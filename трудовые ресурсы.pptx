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diagrams/quickStyle14.xml" ContentType="application/vnd.openxmlformats-officedocument.drawingml.diagramQuickStyle+xml"/>
  <Override PartName="/ppt/diagrams/layout14.xml" ContentType="application/vnd.openxmlformats-officedocument.drawingml.diagramLayout+xml"/>
  <Override PartName="/ppt/diagrams/data14.xml" ContentType="application/vnd.openxmlformats-officedocument.drawingml.diagramData+xml"/>
  <Override PartName="/ppt/diagrams/quickStyle13.xml" ContentType="application/vnd.openxmlformats-officedocument.drawingml.diagramQuickStyle+xml"/>
  <Override PartName="/ppt/slides/slide34.xml" ContentType="application/vnd.openxmlformats-officedocument.presentationml.slide+xml"/>
  <Override PartName="/ppt/diagrams/colors13.xml" ContentType="application/vnd.openxmlformats-officedocument.drawingml.diagramColors+xml"/>
  <Override PartName="/ppt/slideLayouts/slideLayout4.xml" ContentType="application/vnd.openxmlformats-officedocument.presentationml.slideLayout+xml"/>
  <Override PartName="/ppt/diagrams/data13.xml" ContentType="application/vnd.openxmlformats-officedocument.drawingml.diagramData+xml"/>
  <Override PartName="/ppt/diagrams/drawing13.xml" ContentType="application/vnd.openxmlformats-officedocument.drawingml.diagramDrawing+xml"/>
  <Override PartName="/ppt/diagrams/quickStyle12.xml" ContentType="application/vnd.openxmlformats-officedocument.drawingml.diagramQuickStyle+xml"/>
  <Override PartName="/ppt/diagrams/data12.xml" ContentType="application/vnd.openxmlformats-officedocument.drawingml.diagramData+xml"/>
  <Override PartName="/ppt/slides/slide16.xml" ContentType="application/vnd.openxmlformats-officedocument.presentationml.slide+xml"/>
  <Override PartName="/ppt/diagrams/layout10.xml" ContentType="application/vnd.openxmlformats-officedocument.drawingml.diagramLayout+xml"/>
  <Override PartName="/ppt/slideMasters/slideMaster1.xml" ContentType="application/vnd.openxmlformats-officedocument.presentationml.slideMaster+xml"/>
  <Override PartName="/ppt/diagrams/data10.xml" ContentType="application/vnd.openxmlformats-officedocument.drawingml.diagramData+xml"/>
  <Override PartName="/ppt/slides/slide5.xml" ContentType="application/vnd.openxmlformats-officedocument.presentationml.slide+xml"/>
  <Override PartName="/ppt/diagrams/colors9.xml" ContentType="application/vnd.openxmlformats-officedocument.drawingml.diagramColors+xml"/>
  <Override PartName="/ppt/slides/slide9.xml" ContentType="application/vnd.openxmlformats-officedocument.presentationml.slide+xml"/>
  <Override PartName="/ppt/diagrams/drawing10.xml" ContentType="application/vnd.openxmlformats-officedocument.drawingml.diagramDrawing+xml"/>
  <Override PartName="/ppt/diagrams/data9.xml" ContentType="application/vnd.openxmlformats-officedocument.drawingml.diagramData+xml"/>
  <Override PartName="/ppt/diagrams/drawing9.xml" ContentType="application/vnd.openxmlformats-officedocument.drawingml.diagramDrawing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diagrams/layout11.xml" ContentType="application/vnd.openxmlformats-officedocument.drawingml.diagramLayout+xml"/>
  <Override PartName="/ppt/diagrams/quickStyle8.xml" ContentType="application/vnd.openxmlformats-officedocument.drawingml.diagramQuickStyle+xml"/>
  <Override PartName="/ppt/slideLayouts/slideLayout9.xml" ContentType="application/vnd.openxmlformats-officedocument.presentationml.slideLayout+xml"/>
  <Override PartName="/ppt/diagrams/layout8.xml" ContentType="application/vnd.openxmlformats-officedocument.drawingml.diagramLayout+xml"/>
  <Override PartName="/ppt/diagrams/quickStyle10.xml" ContentType="application/vnd.openxmlformats-officedocument.drawingml.diagramQuickStyl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diagrams/data8.xml" ContentType="application/vnd.openxmlformats-officedocument.drawingml.diagramData+xml"/>
  <Override PartName="/ppt/diagrams/quickStyle11.xml" ContentType="application/vnd.openxmlformats-officedocument.drawingml.diagramQuickStyle+xml"/>
  <Override PartName="/ppt/diagrams/drawing8.xml" ContentType="application/vnd.openxmlformats-officedocument.drawingml.diagramDrawing+xml"/>
  <Override PartName="/ppt/diagrams/layout12.xml" ContentType="application/vnd.openxmlformats-officedocument.drawingml.diagramLayout+xml"/>
  <Override PartName="/ppt/diagrams/layout13.xml" ContentType="application/vnd.openxmlformats-officedocument.drawingml.diagramLayout+xml"/>
  <Override PartName="/ppt/diagrams/quickStyle7.xml" ContentType="application/vnd.openxmlformats-officedocument.drawingml.diagramQuickStyle+xml"/>
  <Override PartName="/ppt/diagrams/layout7.xml" ContentType="application/vnd.openxmlformats-officedocument.drawingml.diagramLayout+xml"/>
  <Override PartName="/ppt/diagrams/colors8.xml" ContentType="application/vnd.openxmlformats-officedocument.drawingml.diagramColors+xml"/>
  <Override PartName="/ppt/diagrams/colors7.xml" ContentType="application/vnd.openxmlformats-officedocument.drawingml.diagramColors+xml"/>
  <Override PartName="/ppt/diagrams/drawing7.xml" ContentType="application/vnd.openxmlformats-officedocument.drawingml.diagramDrawing+xml"/>
  <Override PartName="/ppt/slides/slide8.xml" ContentType="application/vnd.openxmlformats-officedocument.presentationml.slide+xml"/>
  <Override PartName="/ppt/diagrams/data6.xml" ContentType="application/vnd.openxmlformats-officedocument.drawingml.diagramData+xml"/>
  <Override PartName="/ppt/slides/slide33.xml" ContentType="application/vnd.openxmlformats-officedocument.presentationml.slide+xml"/>
  <Override PartName="/ppt/diagrams/layout6.xml" ContentType="application/vnd.openxmlformats-officedocument.drawingml.diagramLayout+xml"/>
  <Override PartName="/ppt/slideLayouts/slideLayout3.xml" ContentType="application/vnd.openxmlformats-officedocument.presentationml.slideLayout+xml"/>
  <Override PartName="/ppt/diagrams/drawing14.xml" ContentType="application/vnd.openxmlformats-officedocument.drawingml.diagramDrawing+xml"/>
  <Override PartName="/ppt/diagrams/quickStyle5.xml" ContentType="application/vnd.openxmlformats-officedocument.drawingml.diagramQuickStyle+xml"/>
  <Override PartName="/ppt/diagrams/colors5.xml" ContentType="application/vnd.openxmlformats-officedocument.drawingml.diagramColors+xml"/>
  <Override PartName="/ppt/diagrams/drawing5.xml" ContentType="application/vnd.openxmlformats-officedocument.drawingml.diagramDrawing+xml"/>
  <Override PartName="/ppt/diagrams/layout4.xml" ContentType="application/vnd.openxmlformats-officedocument.drawingml.diagramLayout+xml"/>
  <Override PartName="/ppt/slides/slide18.xml" ContentType="application/vnd.openxmlformats-officedocument.presentationml.slide+xml"/>
  <Override PartName="/ppt/diagrams/colors6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9.xml" ContentType="application/vnd.openxmlformats-officedocument.drawingml.diagramQuickStyle+xml"/>
  <Override PartName="/ppt/diagrams/data7.xml" ContentType="application/vnd.openxmlformats-officedocument.drawingml.diagramData+xml"/>
  <Override PartName="/ppt/diagrams/drawing12.xml" ContentType="application/vnd.openxmlformats-officedocument.drawingml.diagramDrawing+xml"/>
  <Override PartName="/ppt/diagrams/layout5.xml" ContentType="application/vnd.openxmlformats-officedocument.drawingml.diagramLayout+xml"/>
  <Override PartName="/ppt/diagrams/quickStyle4.xml" ContentType="application/vnd.openxmlformats-officedocument.drawingml.diagramQuickStyle+xml"/>
  <Override PartName="/ppt/diagrams/data4.xml" ContentType="application/vnd.openxmlformats-officedocument.drawingml.diagramData+xml"/>
  <Override PartName="/ppt/slideLayouts/slideLayout11.xml" ContentType="application/vnd.openxmlformats-officedocument.presentationml.slideLayout+xml"/>
  <Override PartName="/ppt/diagrams/drawing6.xml" ContentType="application/vnd.openxmlformats-officedocument.drawingml.diagramDrawing+xml"/>
  <Override PartName="/ppt/diagrams/layout3.xml" ContentType="application/vnd.openxmlformats-officedocument.drawingml.diagramLayout+xml"/>
  <Override PartName="/ppt/diagrams/data3.xml" ContentType="application/vnd.openxmlformats-officedocument.drawingml.diagramData+xml"/>
  <Override PartName="/ppt/diagrams/drawing11.xml" ContentType="application/vnd.openxmlformats-officedocument.drawingml.diagramDrawing+xml"/>
  <Override PartName="/ppt/slides/slide23.xml" ContentType="application/vnd.openxmlformats-officedocument.presentationml.slide+xml"/>
  <Override PartName="/ppt/diagrams/layout9.xml" ContentType="application/vnd.openxmlformats-officedocument.drawingml.diagramLayout+xml"/>
  <Override PartName="/ppt/diagrams/drawing3.xml" ContentType="application/vnd.openxmlformats-officedocument.drawingml.diagramDrawing+xml"/>
  <Override PartName="/ppt/diagrams/data11.xml" ContentType="application/vnd.openxmlformats-officedocument.drawingml.diagramData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diagrams/quickStyle6.xml" ContentType="application/vnd.openxmlformats-officedocument.drawingml.diagramQuickStyle+xml"/>
  <Override PartName="/ppt/diagrams/quickStyle2.xml" ContentType="application/vnd.openxmlformats-officedocument.drawingml.diagramQuickStyle+xml"/>
  <Override PartName="/ppt/diagrams/colors3.xml" ContentType="application/vnd.openxmlformats-officedocument.drawingml.diagramColors+xml"/>
  <Override PartName="/ppt/diagrams/colors2.xml" ContentType="application/vnd.openxmlformats-officedocument.drawingml.diagramColors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diagrams/colors12.xml" ContentType="application/vnd.openxmlformats-officedocument.drawingml.diagramColors+xml"/>
  <Override PartName="/ppt/diagrams/data2.xml" ContentType="application/vnd.openxmlformats-officedocument.drawingml.diagramData+xml"/>
  <Override PartName="/ppt/viewProps.xml" ContentType="application/vnd.openxmlformats-officedocument.presentationml.viewProps+xml"/>
  <Override PartName="/ppt/diagrams/quickStyle1.xml" ContentType="application/vnd.openxmlformats-officedocument.drawingml.diagramQuickStyle+xml"/>
  <Override PartName="/ppt/diagrams/drawing2.xml" ContentType="application/vnd.openxmlformats-officedocument.drawingml.diagramDrawing+xml"/>
  <Override PartName="/ppt/diagrams/layout2.xml" ContentType="application/vnd.openxmlformats-officedocument.drawingml.diagramLayout+xml"/>
  <Override PartName="/ppt/diagrams/colors10.xml" ContentType="application/vnd.openxmlformats-officedocument.drawingml.diagramColors+xml"/>
  <Override PartName="/ppt/diagrams/data5.xml" ContentType="application/vnd.openxmlformats-officedocument.drawingml.diagramData+xml"/>
  <Override PartName="/ppt/diagrams/colors14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3.xml" ContentType="application/vnd.openxmlformats-officedocument.drawingml.diagramQuickStyle+xml"/>
  <Override PartName="/ppt/diagrams/colors11.xml" ContentType="application/vnd.openxmlformats-officedocument.drawingml.diagramCol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4.xml" ContentType="application/vnd.openxmlformats-officedocument.drawingml.diagramDrawing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diagrams/drawing1.xml" ContentType="application/vnd.openxmlformats-officedocument.drawingml.diagramDrawing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6858000" type="screen4x3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96" d="100"/>
          <a:sy n="96" d="100"/>
        </p:scale>
        <p:origin x="96" y="384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microsoft.com/office/2007/relationships/diagramDrawing" Target="../diagrams/drawing1.xml" /></Relationships>
</file>

<file path=ppt/diagrams/_rels/data2.xml.rels><?xml version="1.0" encoding="UTF-8" standalone="yes"?><Relationships xmlns="http://schemas.openxmlformats.org/package/2006/relationships"><Relationship Id="rId1" Type="http://schemas.microsoft.com/office/2007/relationships/diagramDrawing" Target="../diagrams/drawing2.xml" /></Relationships>
</file>

<file path=ppt/diagrams/_rels/data3.xml.rels><?xml version="1.0" encoding="UTF-8" standalone="yes"?><Relationships xmlns="http://schemas.openxmlformats.org/package/2006/relationships"><Relationship Id="rId1" Type="http://schemas.microsoft.com/office/2007/relationships/diagramDrawing" Target="../diagrams/drawing3.xml" /></Relationships>
</file>

<file path=ppt/diagrams/_rels/data4.xml.rels><?xml version="1.0" encoding="UTF-8" standalone="yes"?><Relationships xmlns="http://schemas.openxmlformats.org/package/2006/relationships"><Relationship Id="rId1" Type="http://schemas.microsoft.com/office/2007/relationships/diagramDrawing" Target="../diagrams/drawing4.xml" /></Relationships>
</file>

<file path=ppt/diagrams/_rels/data5.xml.rels><?xml version="1.0" encoding="UTF-8" standalone="yes"?><Relationships xmlns="http://schemas.openxmlformats.org/package/2006/relationships"><Relationship Id="rId1" Type="http://schemas.microsoft.com/office/2007/relationships/diagramDrawing" Target="../diagrams/drawing5.xml" /></Relationships>
</file>

<file path=ppt/diagrams/_rels/data6.xml.rels><?xml version="1.0" encoding="UTF-8" standalone="yes"?><Relationships xmlns="http://schemas.openxmlformats.org/package/2006/relationships"><Relationship Id="rId1" Type="http://schemas.microsoft.com/office/2007/relationships/diagramDrawing" Target="../diagrams/drawing6.xml" /></Relationships>
</file>

<file path=ppt/diagrams/_rels/data7.xml.rels><?xml version="1.0" encoding="UTF-8" standalone="yes"?><Relationships xmlns="http://schemas.openxmlformats.org/package/2006/relationships"><Relationship Id="rId1" Type="http://schemas.microsoft.com/office/2007/relationships/diagramDrawing" Target="../diagrams/drawing7.xml" /></Relationships>
</file>

<file path=ppt/diagrams/_rels/data8.xml.rels><?xml version="1.0" encoding="UTF-8" standalone="yes"?><Relationships xmlns="http://schemas.openxmlformats.org/package/2006/relationships"><Relationship Id="rId1" Type="http://schemas.microsoft.com/office/2007/relationships/diagramDrawing" Target="../diagrams/drawing8.xml" /></Relationships>
</file>

<file path=ppt/diagrams/_rels/data9.xml.rels><?xml version="1.0" encoding="UTF-8" standalone="yes"?><Relationships xmlns="http://schemas.openxmlformats.org/package/2006/relationships"><Relationship Id="rId1" Type="http://schemas.microsoft.com/office/2007/relationships/diagramDrawing" Target="../diagrams/drawing9.xml" /></Relationships>
</file>

<file path=ppt/diagrams/_rels/data10.xml.rels><?xml version="1.0" encoding="UTF-8" standalone="yes"?><Relationships xmlns="http://schemas.openxmlformats.org/package/2006/relationships"><Relationship Id="rId1" Type="http://schemas.microsoft.com/office/2007/relationships/diagramDrawing" Target="../diagrams/drawing10.xml" /></Relationships>
</file>

<file path=ppt/diagrams/_rels/data11.xml.rels><?xml version="1.0" encoding="UTF-8" standalone="yes"?><Relationships xmlns="http://schemas.openxmlformats.org/package/2006/relationships"><Relationship Id="rId1" Type="http://schemas.microsoft.com/office/2007/relationships/diagramDrawing" Target="../diagrams/drawing11.xml" /></Relationships>
</file>

<file path=ppt/diagrams/_rels/data12.xml.rels><?xml version="1.0" encoding="UTF-8" standalone="yes"?><Relationships xmlns="http://schemas.openxmlformats.org/package/2006/relationships"><Relationship Id="rId1" Type="http://schemas.microsoft.com/office/2007/relationships/diagramDrawing" Target="../diagrams/drawing12.xml" /></Relationships>
</file>

<file path=ppt/diagrams/_rels/data13.xml.rels><?xml version="1.0" encoding="UTF-8" standalone="yes"?><Relationships xmlns="http://schemas.openxmlformats.org/package/2006/relationships"><Relationship Id="rId1" Type="http://schemas.microsoft.com/office/2007/relationships/diagramDrawing" Target="../diagrams/drawing13.xml" /></Relationships>
</file>

<file path=ppt/diagrams/_rels/data14.xml.rels><?xml version="1.0" encoding="UTF-8" standalone="yes"?><Relationships xmlns="http://schemas.openxmlformats.org/package/2006/relationships"><Relationship Id="rId1" Type="http://schemas.microsoft.com/office/2007/relationships/diagramDrawing" Target="../diagrams/drawing14.xml" /></Relationships>
</file>

<file path=ppt/diagrams/_rels/drawing1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diagrams/_rels/drawing2.xml.rels><?xml version="1.0" encoding="UTF-8" standalone="yes"?><Relationships xmlns="http://schemas.openxmlformats.org/package/2006/relationships"></Relationships>
</file>

<file path=ppt/diagrams/_rels/drawing3.xml.rels><?xml version="1.0" encoding="UTF-8" standalone="yes"?><Relationships xmlns="http://schemas.openxmlformats.org/package/2006/relationships"></Relationships>
</file>

<file path=ppt/diagrams/_rels/drawing4.xml.rels><?xml version="1.0" encoding="UTF-8" standalone="yes"?><Relationships xmlns="http://schemas.openxmlformats.org/package/2006/relationships"></Relationships>
</file>

<file path=ppt/diagrams/_rels/drawing5.xml.rels><?xml version="1.0" encoding="UTF-8" standalone="yes"?><Relationships xmlns="http://schemas.openxmlformats.org/package/2006/relationships"></Relationships>
</file>

<file path=ppt/diagrams/_rels/drawing6.xml.rels><?xml version="1.0" encoding="UTF-8" standalone="yes"?><Relationships xmlns="http://schemas.openxmlformats.org/package/2006/relationships"></Relationships>
</file>

<file path=ppt/diagrams/_rels/drawing7.xml.rels><?xml version="1.0" encoding="UTF-8" standalone="yes"?><Relationships xmlns="http://schemas.openxmlformats.org/package/2006/relationships"></Relationships>
</file>

<file path=ppt/diagrams/_rels/drawing8.xml.rels><?xml version="1.0" encoding="UTF-8" standalone="yes"?><Relationships xmlns="http://schemas.openxmlformats.org/package/2006/relationships"></Relationships>
</file>

<file path=ppt/diagrams/_rels/drawing9.xml.rels><?xml version="1.0" encoding="UTF-8" standalone="yes"?><Relationships xmlns="http://schemas.openxmlformats.org/package/2006/relationships"></Relationships>
</file>

<file path=ppt/diagrams/_rels/drawing10.xml.rels><?xml version="1.0" encoding="UTF-8" standalone="yes"?><Relationships xmlns="http://schemas.openxmlformats.org/package/2006/relationships"></Relationships>
</file>

<file path=ppt/diagrams/_rels/drawing11.xml.rels><?xml version="1.0" encoding="UTF-8" standalone="yes"?><Relationships xmlns="http://schemas.openxmlformats.org/package/2006/relationships"></Relationships>
</file>

<file path=ppt/diagrams/_rels/drawing12.xml.rels><?xml version="1.0" encoding="UTF-8" standalone="yes"?><Relationships xmlns="http://schemas.openxmlformats.org/package/2006/relationships"></Relationships>
</file>

<file path=ppt/diagrams/_rels/drawing13.xml.rels><?xml version="1.0" encoding="UTF-8" standalone="yes"?><Relationships xmlns="http://schemas.openxmlformats.org/package/2006/relationships"></Relationships>
</file>

<file path=ppt/diagrams/_rels/drawing14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7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5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18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#5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#5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DEC90721-D4C6-47D4-A328-26C0FB4DCF61}" type="doc">
      <dgm:prSet loTypeId="urn:microsoft.com/office/officeart/2005/8/layout/vList4#1" loCatId="list" qsTypeId="urn:microsoft.com/office/officeart/2005/8/quickstyle/simple1" qsCatId="simple" csTypeId="urn:microsoft.com/office/officeart/2005/8/colors/colorful1#17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03AD97A7-EF3B-457F-8830-808AF8C43F8E}">
      <dgm:prSet phldrT="" custT="1"/>
      <dgm:spPr bwMode="auto"/>
      <dgm:t>
        <a:bodyPr/>
        <a:lstStyle/>
        <a:p>
          <a:pPr>
            <a:defRPr/>
          </a:pPr>
          <a:r>
            <a:rPr lang="ru-RU" sz="1800" b="1">
              <a:solidFill>
                <a:schemeClr val="tx1"/>
              </a:solidFill>
            </a:rPr>
            <a:t>Руководители</a:t>
          </a:r>
          <a:endParaRPr/>
        </a:p>
        <a:p>
          <a:pPr>
            <a:defRPr/>
          </a:pPr>
          <a:r>
            <a:rPr lang="ru-RU" sz="1800">
              <a:solidFill>
                <a:schemeClr val="tx1"/>
              </a:solidFill>
            </a:rPr>
            <a:t>работники, занимающие должности руководителей организации и их структурных подразделений, а также их заместители</a:t>
          </a:r>
          <a:endParaRPr lang="ru-RU" sz="1800">
            <a:solidFill>
              <a:schemeClr val="tx1"/>
            </a:solidFill>
          </a:endParaRPr>
        </a:p>
      </dgm:t>
    </dgm:pt>
    <dgm:pt modelId="{98E8E0D1-446B-49D9-B275-F4E940046F7C}" type="parTrans" cxnId="{33D473C1-6062-4356-960B-96563AC16DAC}">
      <dgm:prSet/>
      <dgm:spPr bwMode="auto"/>
      <dgm:t>
        <a:bodyPr/>
        <a:lstStyle/>
        <a:p>
          <a:pPr>
            <a:defRPr/>
          </a:pPr>
          <a:endParaRPr lang="ru-RU" sz="2400">
            <a:solidFill>
              <a:schemeClr val="tx1"/>
            </a:solidFill>
          </a:endParaRPr>
        </a:p>
      </dgm:t>
    </dgm:pt>
    <dgm:pt modelId="{F6DC10F5-4B64-417D-932D-1BFB6EB535A1}" type="sibTrans" cxnId="{33D473C1-6062-4356-960B-96563AC16DAC}">
      <dgm:prSet/>
      <dgm:spPr bwMode="auto"/>
      <dgm:t>
        <a:bodyPr/>
        <a:lstStyle/>
        <a:p>
          <a:pPr>
            <a:defRPr/>
          </a:pPr>
          <a:endParaRPr lang="ru-RU" sz="2400">
            <a:solidFill>
              <a:schemeClr val="tx1"/>
            </a:solidFill>
          </a:endParaRPr>
        </a:p>
      </dgm:t>
    </dgm:pt>
    <dgm:pt modelId="{1B464793-D400-48EC-AC3E-F9DAF9FAF82B}">
      <dgm:prSet phldrT="" custT="1"/>
      <dgm:spPr bwMode="auto"/>
      <dgm:t>
        <a:bodyPr/>
        <a:lstStyle/>
        <a:p>
          <a:pPr>
            <a:defRPr/>
          </a:pPr>
          <a:r>
            <a:rPr lang="ru-RU" sz="1800" b="1">
              <a:solidFill>
                <a:schemeClr val="tx1"/>
              </a:solidFill>
            </a:rPr>
            <a:t>Специалисты</a:t>
          </a:r>
          <a:endParaRPr/>
        </a:p>
        <a:p>
          <a:pPr>
            <a:defRPr/>
          </a:pPr>
          <a:r>
            <a:rPr lang="ru-RU" sz="1800">
              <a:solidFill>
                <a:schemeClr val="tx1"/>
              </a:solidFill>
            </a:rPr>
            <a:t>работники, занятые инженерно-техническими, экономическими, бухгалтерскими, юридическими и другими аналогичными видами деятельности</a:t>
          </a:r>
          <a:endParaRPr lang="ru-RU" sz="1800">
            <a:solidFill>
              <a:schemeClr val="tx1"/>
            </a:solidFill>
          </a:endParaRPr>
        </a:p>
      </dgm:t>
    </dgm:pt>
    <dgm:pt modelId="{CD583C09-EB3A-401C-BC05-5941D048B165}" type="parTrans" cxnId="{252C32E1-8F8F-4323-85CF-AA5AFD95DB90}">
      <dgm:prSet/>
      <dgm:spPr bwMode="auto"/>
      <dgm:t>
        <a:bodyPr/>
        <a:lstStyle/>
        <a:p>
          <a:pPr>
            <a:defRPr/>
          </a:pPr>
          <a:endParaRPr lang="ru-RU" sz="2400">
            <a:solidFill>
              <a:schemeClr val="tx1"/>
            </a:solidFill>
          </a:endParaRPr>
        </a:p>
      </dgm:t>
    </dgm:pt>
    <dgm:pt modelId="{6A4FE40C-0A6E-462B-B1DA-B5C1AFA6AD0A}" type="sibTrans" cxnId="{252C32E1-8F8F-4323-85CF-AA5AFD95DB90}">
      <dgm:prSet/>
      <dgm:spPr bwMode="auto"/>
      <dgm:t>
        <a:bodyPr/>
        <a:lstStyle/>
        <a:p>
          <a:pPr>
            <a:defRPr/>
          </a:pPr>
          <a:endParaRPr lang="ru-RU" sz="2400">
            <a:solidFill>
              <a:schemeClr val="tx1"/>
            </a:solidFill>
          </a:endParaRPr>
        </a:p>
      </dgm:t>
    </dgm:pt>
    <dgm:pt modelId="{A0635762-1D0A-41CE-9A4F-4ABA0767BE8D}">
      <dgm:prSet phldrT="" custT="1"/>
      <dgm:spPr bwMode="auto"/>
      <dgm:t>
        <a:bodyPr/>
        <a:lstStyle/>
        <a:p>
          <a:pPr>
            <a:defRPr/>
          </a:pPr>
          <a:r>
            <a:rPr lang="ru-RU" sz="1800" b="1">
              <a:solidFill>
                <a:schemeClr val="tx1"/>
              </a:solidFill>
            </a:rPr>
            <a:t>Служащие</a:t>
          </a:r>
          <a:endParaRPr/>
        </a:p>
        <a:p>
          <a:pPr>
            <a:defRPr/>
          </a:pPr>
          <a:r>
            <a:rPr lang="ru-RU" sz="1800">
              <a:solidFill>
                <a:schemeClr val="tx1"/>
              </a:solidFill>
            </a:rPr>
            <a:t>работники, осуществляющие подготовку и оформление документации, учет и контроль, хозяйственное обслуживание и делопроизводство</a:t>
          </a:r>
          <a:endParaRPr lang="ru-RU" sz="1800">
            <a:solidFill>
              <a:schemeClr val="tx1"/>
            </a:solidFill>
          </a:endParaRPr>
        </a:p>
      </dgm:t>
    </dgm:pt>
    <dgm:pt modelId="{C1DED3A6-A357-4E7E-B9E2-3E621682AB7D}" type="parTrans" cxnId="{21EAFC9D-B18D-4CD7-9D7A-FAFA015A4F69}">
      <dgm:prSet/>
      <dgm:spPr bwMode="auto"/>
      <dgm:t>
        <a:bodyPr/>
        <a:lstStyle/>
        <a:p>
          <a:pPr>
            <a:defRPr/>
          </a:pPr>
          <a:endParaRPr lang="ru-RU" sz="2400">
            <a:solidFill>
              <a:schemeClr val="tx1"/>
            </a:solidFill>
          </a:endParaRPr>
        </a:p>
      </dgm:t>
    </dgm:pt>
    <dgm:pt modelId="{45A55179-E1D4-4E70-9F79-046069CCE12E}" type="sibTrans" cxnId="{21EAFC9D-B18D-4CD7-9D7A-FAFA015A4F69}">
      <dgm:prSet/>
      <dgm:spPr bwMode="auto"/>
      <dgm:t>
        <a:bodyPr/>
        <a:lstStyle/>
        <a:p>
          <a:pPr>
            <a:defRPr/>
          </a:pPr>
          <a:endParaRPr lang="ru-RU" sz="2400">
            <a:solidFill>
              <a:schemeClr val="tx1"/>
            </a:solidFill>
          </a:endParaRPr>
        </a:p>
      </dgm:t>
    </dgm:pt>
    <dgm:pt modelId="{12DED510-417A-49F4-AD12-7E8729DCC824}">
      <dgm:prSet phldrT="" custT="1"/>
      <dgm:spPr bwMode="auto"/>
      <dgm:t>
        <a:bodyPr/>
        <a:lstStyle/>
        <a:p>
          <a:pPr>
            <a:defRPr/>
          </a:pPr>
          <a:r>
            <a:rPr lang="ru-RU" sz="1800" b="1">
              <a:solidFill>
                <a:schemeClr val="tx1"/>
              </a:solidFill>
              <a:latin typeface="+mj-lt"/>
            </a:rPr>
            <a:t>Рабочие (включая младший обслуживающий персонал)</a:t>
          </a:r>
          <a:endParaRPr/>
        </a:p>
        <a:p>
          <a:pPr>
            <a:defRPr/>
          </a:pPr>
          <a:r>
            <a:rPr lang="ru-RU" sz="1800" b="0">
              <a:solidFill>
                <a:schemeClr val="tx1"/>
              </a:solidFill>
              <a:latin typeface="+mj-lt"/>
            </a:rPr>
            <a:t>лица непосредственно занятые созданием материальных ценностей или работами по оказанию производственных услуг и перемещению грузов</a:t>
          </a:r>
          <a:endParaRPr lang="ru-RU" sz="1800">
            <a:solidFill>
              <a:schemeClr val="tx1"/>
            </a:solidFill>
            <a:latin typeface="+mj-lt"/>
          </a:endParaRPr>
        </a:p>
      </dgm:t>
    </dgm:pt>
    <dgm:pt modelId="{48F9DBE1-D062-4870-A91A-07803BF30778}" type="parTrans" cxnId="{69BB729E-CA1C-434C-B04C-2F8F2985E469}">
      <dgm:prSet/>
      <dgm:spPr bwMode="auto"/>
      <dgm:t>
        <a:bodyPr/>
        <a:lstStyle/>
        <a:p>
          <a:pPr>
            <a:defRPr/>
          </a:pPr>
          <a:endParaRPr lang="ru-RU" sz="2400">
            <a:solidFill>
              <a:schemeClr val="tx1"/>
            </a:solidFill>
          </a:endParaRPr>
        </a:p>
      </dgm:t>
    </dgm:pt>
    <dgm:pt modelId="{B415AFC8-4CDC-41D7-88FD-D6209701C81B}" type="sibTrans" cxnId="{69BB729E-CA1C-434C-B04C-2F8F2985E469}">
      <dgm:prSet/>
      <dgm:spPr bwMode="auto"/>
      <dgm:t>
        <a:bodyPr/>
        <a:lstStyle/>
        <a:p>
          <a:pPr>
            <a:defRPr/>
          </a:pPr>
          <a:endParaRPr lang="ru-RU" sz="2400">
            <a:solidFill>
              <a:schemeClr val="tx1"/>
            </a:solidFill>
          </a:endParaRPr>
        </a:p>
      </dgm:t>
    </dgm:pt>
    <dgm:pt modelId="{5BF8F2E2-36C0-43AE-9728-A8D40ACDF06E}" type="pres">
      <dgm:prSet presAssocID="{DEC90721-D4C6-47D4-A328-26C0FB4DCF61}" presName="linear" presStyleCnt="0">
        <dgm:presLayoutVars>
          <dgm:dir val="norm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4C7C70D-E386-47F8-BE70-51A2F6E01BB8}" type="pres">
      <dgm:prSet presAssocID="{03AD97A7-EF3B-457F-8830-808AF8C43F8E}" presName="comp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3ADCD71-3840-41DE-B539-5B579C3DA5DE}" type="pres">
      <dgm:prSet presAssocID="{03AD97A7-EF3B-457F-8830-808AF8C43F8E}" presName="box" presStyleLbl="node1" presStyleIdx="0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1D77FFF4-510C-4E0A-B9F4-3A50957A64C4}" type="pres">
      <dgm:prSet presAssocID="{03AD97A7-EF3B-457F-8830-808AF8C43F8E}" presName="img" presStyleLbl="fgImgPlace1" presStyleIdx="0" presStyleCnt="4"/>
      <dgm:spPr bwMode="auto">
        <a:blipFill>
          <a:blip r:embed="rId1"/>
          <a:stretch/>
        </a:blipFill>
      </dgm:spPr>
      <dgm:t>
        <a:bodyPr/>
        <a:lstStyle/>
        <a:p>
          <a:pPr>
            <a:defRPr/>
          </a:pPr>
          <a:endParaRPr lang="ru-RU"/>
        </a:p>
      </dgm:t>
    </dgm:pt>
    <dgm:pt modelId="{91806611-9CC3-4294-9BA8-7141A65DAC33}" type="pres">
      <dgm:prSet presAssocID="{03AD97A7-EF3B-457F-8830-808AF8C43F8E}" presName="text" presStyleLbl="node1" presStyleIdx="0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AEC08AD5-C65D-4EE8-9F24-E854E1E6C3B5}" type="pres">
      <dgm:prSet presAssocID="{F6DC10F5-4B64-417D-932D-1BFB6EB535A1}" presName="spacer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EF40B431-382D-4A42-A215-04FD75974D1E}" type="pres">
      <dgm:prSet presAssocID="{1B464793-D400-48EC-AC3E-F9DAF9FAF82B}" presName="comp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7872CC28-331F-43EE-A815-AFA810E6A58A}" type="pres">
      <dgm:prSet presAssocID="{1B464793-D400-48EC-AC3E-F9DAF9FAF82B}" presName="box" presStyleLbl="node1" presStyleIdx="1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EB3E2121-A773-4B32-8499-3DE6A97B55F2}" type="pres">
      <dgm:prSet presAssocID="{1B464793-D400-48EC-AC3E-F9DAF9FAF82B}" presName="img" presStyleLbl="fgImgPlace1" presStyleIdx="1" presStyleCnt="4"/>
      <dgm:spPr bwMode="auto">
        <a:blipFill>
          <a:blip r:embed="rId2"/>
          <a:stretch/>
        </a:blipFill>
      </dgm:spPr>
      <dgm:t>
        <a:bodyPr/>
        <a:lstStyle/>
        <a:p>
          <a:pPr>
            <a:defRPr/>
          </a:pPr>
          <a:endParaRPr lang="ru-RU"/>
        </a:p>
      </dgm:t>
    </dgm:pt>
    <dgm:pt modelId="{2AD0D81A-1952-4DB5-AA4D-30352198B114}" type="pres">
      <dgm:prSet presAssocID="{1B464793-D400-48EC-AC3E-F9DAF9FAF82B}" presName="text" presStyleLbl="node1" presStyleIdx="1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3FA7A67-C930-4420-9DB6-AFDFAC3F8451}" type="pres">
      <dgm:prSet presAssocID="{6A4FE40C-0A6E-462B-B1DA-B5C1AFA6AD0A}" presName="spacer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0674ED45-5C8B-4894-871A-191C98B9CCE1}" type="pres">
      <dgm:prSet presAssocID="{A0635762-1D0A-41CE-9A4F-4ABA0767BE8D}" presName="comp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63111714-0E5D-4665-A78C-934034FC0407}" type="pres">
      <dgm:prSet presAssocID="{A0635762-1D0A-41CE-9A4F-4ABA0767BE8D}" presName="box" presStyleLbl="node1" presStyleIdx="2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25C993AD-A3EA-417F-B91D-1E367A9AE67E}" type="pres">
      <dgm:prSet presAssocID="{A0635762-1D0A-41CE-9A4F-4ABA0767BE8D}" presName="img" presStyleLbl="fgImgPlace1" presStyleIdx="2" presStyleCnt="4"/>
      <dgm:spPr bwMode="auto">
        <a:blipFill>
          <a:blip r:embed="rId3"/>
          <a:stretch/>
        </a:blipFill>
      </dgm:spPr>
      <dgm:t>
        <a:bodyPr/>
        <a:lstStyle/>
        <a:p>
          <a:pPr>
            <a:defRPr/>
          </a:pPr>
          <a:endParaRPr lang="ru-RU"/>
        </a:p>
      </dgm:t>
    </dgm:pt>
    <dgm:pt modelId="{E9A51B38-317B-4ED1-A4C3-DD878A8DB48B}" type="pres">
      <dgm:prSet presAssocID="{A0635762-1D0A-41CE-9A4F-4ABA0767BE8D}" presName="text" presStyleLbl="node1" presStyleIdx="2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3004401-D2F7-4C6D-BF1F-B9BC8EF6FC8D}" type="pres">
      <dgm:prSet presAssocID="{45A55179-E1D4-4E70-9F79-046069CCE12E}" presName="spacer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E2B6FDEE-13FA-4D3E-B16E-DC2D534B703B}" type="pres">
      <dgm:prSet presAssocID="{12DED510-417A-49F4-AD12-7E8729DCC824}" presName="comp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526E50A2-BDA8-4CBF-8437-B2A005F3D055}" type="pres">
      <dgm:prSet presAssocID="{12DED510-417A-49F4-AD12-7E8729DCC824}" presName="box" presStyleLbl="node1" presStyleIdx="3" presStyleCnt="4"/>
      <dgm:spPr bwMode="auto"/>
      <dgm:t>
        <a:bodyPr/>
        <a:lstStyle/>
        <a:p>
          <a:pPr>
            <a:defRPr/>
          </a:pPr>
          <a:endParaRPr lang="ru-RU"/>
        </a:p>
      </dgm:t>
    </dgm:pt>
    <dgm:pt modelId="{47593BFE-4923-4F1E-89A8-85B6028CA36F}" type="pres">
      <dgm:prSet presAssocID="{12DED510-417A-49F4-AD12-7E8729DCC824}" presName="img" presStyleLbl="fgImgPlace1" presStyleIdx="3" presStyleCnt="4"/>
      <dgm:spPr bwMode="auto">
        <a:blipFill>
          <a:blip r:embed="rId4"/>
          <a:stretch/>
        </a:blipFill>
      </dgm:spPr>
      <dgm:t>
        <a:bodyPr/>
        <a:lstStyle/>
        <a:p>
          <a:pPr>
            <a:defRPr/>
          </a:pPr>
          <a:endParaRPr lang="ru-RU"/>
        </a:p>
      </dgm:t>
    </dgm:pt>
    <dgm:pt modelId="{3AD4ECD2-7066-4E49-9DAE-FE7617112FB2}" type="pres">
      <dgm:prSet presAssocID="{12DED510-417A-49F4-AD12-7E8729DCC824}" presName="text" presStyleLbl="node1" presStyleIdx="3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29A05272-E05E-49B7-9772-889083D13326}" type="presOf" srcId="{03AD97A7-EF3B-457F-8830-808AF8C43F8E}" destId="{91806611-9CC3-4294-9BA8-7141A65DAC33}" srcOrd="1" destOrd="0" presId="urn:microsoft.com/office/officeart/2005/8/layout/vList4#1"/>
    <dgm:cxn modelId="{252C32E1-8F8F-4323-85CF-AA5AFD95DB90}" srcId="{DEC90721-D4C6-47D4-A328-26C0FB4DCF61}" destId="{1B464793-D400-48EC-AC3E-F9DAF9FAF82B}" srcOrd="1" destOrd="0" parTransId="{CD583C09-EB3A-401C-BC05-5941D048B165}" sibTransId="{6A4FE40C-0A6E-462B-B1DA-B5C1AFA6AD0A}"/>
    <dgm:cxn modelId="{652BEAFD-4201-4616-8769-E56FB0879A87}" type="presOf" srcId="{12DED510-417A-49F4-AD12-7E8729DCC824}" destId="{526E50A2-BDA8-4CBF-8437-B2A005F3D055}" srcOrd="0" destOrd="0" presId="urn:microsoft.com/office/officeart/2005/8/layout/vList4#1"/>
    <dgm:cxn modelId="{69BB729E-CA1C-434C-B04C-2F8F2985E469}" srcId="{DEC90721-D4C6-47D4-A328-26C0FB4DCF61}" destId="{12DED510-417A-49F4-AD12-7E8729DCC824}" srcOrd="3" destOrd="0" parTransId="{48F9DBE1-D062-4870-A91A-07803BF30778}" sibTransId="{B415AFC8-4CDC-41D7-88FD-D6209701C81B}"/>
    <dgm:cxn modelId="{61A90F66-DF34-4E33-9344-2E81602E1066}" type="presOf" srcId="{DEC90721-D4C6-47D4-A328-26C0FB4DCF61}" destId="{5BF8F2E2-36C0-43AE-9728-A8D40ACDF06E}" srcOrd="0" destOrd="0" presId="urn:microsoft.com/office/officeart/2005/8/layout/vList4#1"/>
    <dgm:cxn modelId="{33D473C1-6062-4356-960B-96563AC16DAC}" srcId="{DEC90721-D4C6-47D4-A328-26C0FB4DCF61}" destId="{03AD97A7-EF3B-457F-8830-808AF8C43F8E}" srcOrd="0" destOrd="0" parTransId="{98E8E0D1-446B-49D9-B275-F4E940046F7C}" sibTransId="{F6DC10F5-4B64-417D-932D-1BFB6EB535A1}"/>
    <dgm:cxn modelId="{8713EE7A-7EC4-48E7-A227-D3E710766237}" type="presOf" srcId="{12DED510-417A-49F4-AD12-7E8729DCC824}" destId="{3AD4ECD2-7066-4E49-9DAE-FE7617112FB2}" srcOrd="1" destOrd="0" presId="urn:microsoft.com/office/officeart/2005/8/layout/vList4#1"/>
    <dgm:cxn modelId="{821BF08E-99B9-49D2-B125-C4F11EF0BF5E}" type="presOf" srcId="{1B464793-D400-48EC-AC3E-F9DAF9FAF82B}" destId="{7872CC28-331F-43EE-A815-AFA810E6A58A}" srcOrd="0" destOrd="0" presId="urn:microsoft.com/office/officeart/2005/8/layout/vList4#1"/>
    <dgm:cxn modelId="{21EAFC9D-B18D-4CD7-9D7A-FAFA015A4F69}" srcId="{DEC90721-D4C6-47D4-A328-26C0FB4DCF61}" destId="{A0635762-1D0A-41CE-9A4F-4ABA0767BE8D}" srcOrd="2" destOrd="0" parTransId="{C1DED3A6-A357-4E7E-B9E2-3E621682AB7D}" sibTransId="{45A55179-E1D4-4E70-9F79-046069CCE12E}"/>
    <dgm:cxn modelId="{AB24CB1A-947B-4B30-9425-5CC889DFBEE9}" type="presOf" srcId="{1B464793-D400-48EC-AC3E-F9DAF9FAF82B}" destId="{2AD0D81A-1952-4DB5-AA4D-30352198B114}" srcOrd="1" destOrd="0" presId="urn:microsoft.com/office/officeart/2005/8/layout/vList4#1"/>
    <dgm:cxn modelId="{DA8039AD-D0D3-46C9-B50A-90434A8123F5}" type="presOf" srcId="{A0635762-1D0A-41CE-9A4F-4ABA0767BE8D}" destId="{E9A51B38-317B-4ED1-A4C3-DD878A8DB48B}" srcOrd="1" destOrd="0" presId="urn:microsoft.com/office/officeart/2005/8/layout/vList4#1"/>
    <dgm:cxn modelId="{5163B3D4-EA02-4297-9EE0-4112AB0E3F2D}" type="presOf" srcId="{03AD97A7-EF3B-457F-8830-808AF8C43F8E}" destId="{F3ADCD71-3840-41DE-B539-5B579C3DA5DE}" srcOrd="0" destOrd="0" presId="urn:microsoft.com/office/officeart/2005/8/layout/vList4#1"/>
    <dgm:cxn modelId="{B868C7F0-6B1A-4872-A879-ADE8249605E6}" type="presOf" srcId="{A0635762-1D0A-41CE-9A4F-4ABA0767BE8D}" destId="{63111714-0E5D-4665-A78C-934034FC0407}" srcOrd="0" destOrd="0" presId="urn:microsoft.com/office/officeart/2005/8/layout/vList4#1"/>
    <dgm:cxn modelId="{2BCC9C91-47EE-446E-8B71-14370BB0D7D7}" type="presParOf" srcId="{5BF8F2E2-36C0-43AE-9728-A8D40ACDF06E}" destId="{34C7C70D-E386-47F8-BE70-51A2F6E01BB8}" srcOrd="0" destOrd="0" presId="urn:microsoft.com/office/officeart/2005/8/layout/vList4#1"/>
    <dgm:cxn modelId="{8EC1CF20-A7F6-4B16-8F11-ADA5E15B3276}" type="presParOf" srcId="{34C7C70D-E386-47F8-BE70-51A2F6E01BB8}" destId="{F3ADCD71-3840-41DE-B539-5B579C3DA5DE}" srcOrd="0" destOrd="0" presId="urn:microsoft.com/office/officeart/2005/8/layout/vList4#1"/>
    <dgm:cxn modelId="{73A0026F-5FE1-4F95-825D-28FB37AD2169}" type="presParOf" srcId="{34C7C70D-E386-47F8-BE70-51A2F6E01BB8}" destId="{1D77FFF4-510C-4E0A-B9F4-3A50957A64C4}" srcOrd="1" destOrd="0" presId="urn:microsoft.com/office/officeart/2005/8/layout/vList4#1"/>
    <dgm:cxn modelId="{DB7A4432-491F-400B-8FB7-0844D0A63835}" type="presParOf" srcId="{34C7C70D-E386-47F8-BE70-51A2F6E01BB8}" destId="{91806611-9CC3-4294-9BA8-7141A65DAC33}" srcOrd="2" destOrd="0" presId="urn:microsoft.com/office/officeart/2005/8/layout/vList4#1"/>
    <dgm:cxn modelId="{A463E2A6-3C68-4113-8122-6861994A93AD}" type="presParOf" srcId="{5BF8F2E2-36C0-43AE-9728-A8D40ACDF06E}" destId="{AEC08AD5-C65D-4EE8-9F24-E854E1E6C3B5}" srcOrd="1" destOrd="0" presId="urn:microsoft.com/office/officeart/2005/8/layout/vList4#1"/>
    <dgm:cxn modelId="{5E0F8807-B6DB-4194-B9EA-152266AD1181}" type="presParOf" srcId="{5BF8F2E2-36C0-43AE-9728-A8D40ACDF06E}" destId="{EF40B431-382D-4A42-A215-04FD75974D1E}" srcOrd="2" destOrd="0" presId="urn:microsoft.com/office/officeart/2005/8/layout/vList4#1"/>
    <dgm:cxn modelId="{EFA0CB01-3F48-4BBA-8BAD-2EE69AD84A89}" type="presParOf" srcId="{EF40B431-382D-4A42-A215-04FD75974D1E}" destId="{7872CC28-331F-43EE-A815-AFA810E6A58A}" srcOrd="0" destOrd="0" presId="urn:microsoft.com/office/officeart/2005/8/layout/vList4#1"/>
    <dgm:cxn modelId="{4269EC64-5F61-4F5A-86E4-C8327E2A7442}" type="presParOf" srcId="{EF40B431-382D-4A42-A215-04FD75974D1E}" destId="{EB3E2121-A773-4B32-8499-3DE6A97B55F2}" srcOrd="1" destOrd="0" presId="urn:microsoft.com/office/officeart/2005/8/layout/vList4#1"/>
    <dgm:cxn modelId="{49FC5BA5-5BAC-470B-9D17-16C8263B5443}" type="presParOf" srcId="{EF40B431-382D-4A42-A215-04FD75974D1E}" destId="{2AD0D81A-1952-4DB5-AA4D-30352198B114}" srcOrd="2" destOrd="0" presId="urn:microsoft.com/office/officeart/2005/8/layout/vList4#1"/>
    <dgm:cxn modelId="{6A45D6C3-09FD-4E10-B24F-C929B761038F}" type="presParOf" srcId="{5BF8F2E2-36C0-43AE-9728-A8D40ACDF06E}" destId="{B3FA7A67-C930-4420-9DB6-AFDFAC3F8451}" srcOrd="3" destOrd="0" presId="urn:microsoft.com/office/officeart/2005/8/layout/vList4#1"/>
    <dgm:cxn modelId="{40CC8E21-BBA5-4CE5-AEC8-2B3C6EE2A112}" type="presParOf" srcId="{5BF8F2E2-36C0-43AE-9728-A8D40ACDF06E}" destId="{0674ED45-5C8B-4894-871A-191C98B9CCE1}" srcOrd="4" destOrd="0" presId="urn:microsoft.com/office/officeart/2005/8/layout/vList4#1"/>
    <dgm:cxn modelId="{16384B24-EF8C-4D35-962A-F60460088B9B}" type="presParOf" srcId="{0674ED45-5C8B-4894-871A-191C98B9CCE1}" destId="{63111714-0E5D-4665-A78C-934034FC0407}" srcOrd="0" destOrd="0" presId="urn:microsoft.com/office/officeart/2005/8/layout/vList4#1"/>
    <dgm:cxn modelId="{9CD68DE3-6B7C-43B3-A11C-4BD03B6BBACA}" type="presParOf" srcId="{0674ED45-5C8B-4894-871A-191C98B9CCE1}" destId="{25C993AD-A3EA-417F-B91D-1E367A9AE67E}" srcOrd="1" destOrd="0" presId="urn:microsoft.com/office/officeart/2005/8/layout/vList4#1"/>
    <dgm:cxn modelId="{35E1E3C2-AD80-4A2B-BAFC-CA593FA6699D}" type="presParOf" srcId="{0674ED45-5C8B-4894-871A-191C98B9CCE1}" destId="{E9A51B38-317B-4ED1-A4C3-DD878A8DB48B}" srcOrd="2" destOrd="0" presId="urn:microsoft.com/office/officeart/2005/8/layout/vList4#1"/>
    <dgm:cxn modelId="{8DE8AC94-578B-4CB8-9E6B-91126B116AAE}" type="presParOf" srcId="{5BF8F2E2-36C0-43AE-9728-A8D40ACDF06E}" destId="{33004401-D2F7-4C6D-BF1F-B9BC8EF6FC8D}" srcOrd="5" destOrd="0" presId="urn:microsoft.com/office/officeart/2005/8/layout/vList4#1"/>
    <dgm:cxn modelId="{220A068A-2EA6-4DDC-934C-E87B443FFD3A}" type="presParOf" srcId="{5BF8F2E2-36C0-43AE-9728-A8D40ACDF06E}" destId="{E2B6FDEE-13FA-4D3E-B16E-DC2D534B703B}" srcOrd="6" destOrd="0" presId="urn:microsoft.com/office/officeart/2005/8/layout/vList4#1"/>
    <dgm:cxn modelId="{25421425-B250-4987-865D-B3045D537677}" type="presParOf" srcId="{E2B6FDEE-13FA-4D3E-B16E-DC2D534B703B}" destId="{526E50A2-BDA8-4CBF-8437-B2A005F3D055}" srcOrd="0" destOrd="0" presId="urn:microsoft.com/office/officeart/2005/8/layout/vList4#1"/>
    <dgm:cxn modelId="{C78A221C-AAB7-4C91-8F1B-8D7A84CB5D3F}" type="presParOf" srcId="{E2B6FDEE-13FA-4D3E-B16E-DC2D534B703B}" destId="{47593BFE-4923-4F1E-89A8-85B6028CA36F}" srcOrd="1" destOrd="0" presId="urn:microsoft.com/office/officeart/2005/8/layout/vList4#1"/>
    <dgm:cxn modelId="{4448E471-7628-4156-B4F0-63F4C7318935}" type="presParOf" srcId="{E2B6FDEE-13FA-4D3E-B16E-DC2D534B703B}" destId="{3AD4ECD2-7066-4E49-9DAE-FE7617112FB2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EC41A9D4-43A0-42F7-9559-E4DF86A978CE}" type="doc">
      <dgm:prSet loTypeId="urn:microsoft.com/office/officeart/2005/8/layout/orgChart1" loCatId="hierarchy" qsTypeId="urn:microsoft.com/office/officeart/2005/8/quickstyle/3d3" qsCatId="3D" csTypeId="urn:microsoft.com/office/officeart/2005/8/colors/accent2_2" csCatId="accent2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8AA18608-00CD-4C95-BA3B-FC8652F9DB7D}">
      <dgm:prSet phldrT="[Текст]" custT="1"/>
      <dgm:spPr bwMode="auto"/>
      <dgm:t>
        <a:bodyPr/>
        <a:lstStyle/>
        <a:p>
          <a:pPr>
            <a:defRPr/>
          </a:pPr>
          <a:r>
            <a:rPr lang="ru-RU" sz="2800" b="1"/>
            <a:t>Руководители </a:t>
          </a:r>
          <a:endParaRPr lang="ru-RU" sz="2800" b="1"/>
        </a:p>
      </dgm:t>
    </dgm:pt>
    <dgm:pt modelId="{2DE38354-754F-478C-A238-2E38EF595B25}" type="parTrans" cxnId="{77E73B7C-BAE6-42C1-A83A-4585181F46B6}">
      <dgm:prSet/>
      <dgm:spPr bwMode="auto"/>
      <dgm:t>
        <a:bodyPr/>
        <a:lstStyle/>
        <a:p>
          <a:pPr>
            <a:defRPr/>
          </a:pPr>
          <a:endParaRPr lang="ru-RU" sz="3200" b="1"/>
        </a:p>
      </dgm:t>
    </dgm:pt>
    <dgm:pt modelId="{1FD009DC-80AA-4823-8B6B-B3A186B4CC6A}" type="sibTrans" cxnId="{77E73B7C-BAE6-42C1-A83A-4585181F46B6}">
      <dgm:prSet/>
      <dgm:spPr bwMode="auto"/>
      <dgm:t>
        <a:bodyPr/>
        <a:lstStyle/>
        <a:p>
          <a:pPr>
            <a:defRPr/>
          </a:pPr>
          <a:endParaRPr lang="ru-RU" sz="3200" b="1"/>
        </a:p>
      </dgm:t>
    </dgm:pt>
    <dgm:pt modelId="{97A10496-0C20-464F-9F5B-11256E09A063}">
      <dgm:prSet phldrT="[Текст]" custT="1"/>
      <dgm:spPr bwMode="auto"/>
      <dgm:t>
        <a:bodyPr/>
        <a:lstStyle/>
        <a:p>
          <a:pPr>
            <a:defRPr/>
          </a:pPr>
          <a:r>
            <a:rPr lang="ru-RU" sz="2800" b="1"/>
            <a:t>Линейные </a:t>
          </a:r>
          <a:endParaRPr lang="ru-RU" sz="2800" b="1"/>
        </a:p>
      </dgm:t>
    </dgm:pt>
    <dgm:pt modelId="{DB437BF0-53C7-4549-8CC5-439F8EB69B40}" type="parTrans" cxnId="{8F1D05C2-5D05-4C82-9785-2D7468D86F4C}">
      <dgm:prSet/>
      <dgm:spPr bwMode="auto"/>
      <dgm:t>
        <a:bodyPr/>
        <a:lstStyle/>
        <a:p>
          <a:pPr>
            <a:defRPr/>
          </a:pPr>
          <a:endParaRPr lang="ru-RU" sz="3200" b="1"/>
        </a:p>
      </dgm:t>
    </dgm:pt>
    <dgm:pt modelId="{501E66FC-16EE-49EC-93BF-912E93D3909A}" type="sibTrans" cxnId="{8F1D05C2-5D05-4C82-9785-2D7468D86F4C}">
      <dgm:prSet/>
      <dgm:spPr bwMode="auto"/>
      <dgm:t>
        <a:bodyPr/>
        <a:lstStyle/>
        <a:p>
          <a:pPr>
            <a:defRPr/>
          </a:pPr>
          <a:endParaRPr lang="ru-RU" sz="3200" b="1"/>
        </a:p>
      </dgm:t>
    </dgm:pt>
    <dgm:pt modelId="{DD499701-C781-45A7-B8A8-279EE770B132}">
      <dgm:prSet phldrT="[Текст]" custT="1"/>
      <dgm:spPr bwMode="auto"/>
      <dgm:t>
        <a:bodyPr/>
        <a:lstStyle/>
        <a:p>
          <a:pPr>
            <a:defRPr/>
          </a:pPr>
          <a:r>
            <a:rPr lang="ru-RU" sz="2800" b="1"/>
            <a:t>Функциональные </a:t>
          </a:r>
          <a:endParaRPr lang="ru-RU" sz="2800" b="1"/>
        </a:p>
      </dgm:t>
    </dgm:pt>
    <dgm:pt modelId="{1878507F-0AB0-4E66-A084-688D2DB15627}" type="sibTrans" cxnId="{E2343AAC-3210-451D-885A-D4AA450F6905}">
      <dgm:prSet/>
      <dgm:spPr bwMode="auto"/>
      <dgm:t>
        <a:bodyPr/>
        <a:lstStyle/>
        <a:p>
          <a:pPr>
            <a:defRPr/>
          </a:pPr>
          <a:endParaRPr lang="ru-RU" sz="3200" b="1"/>
        </a:p>
      </dgm:t>
    </dgm:pt>
    <dgm:pt modelId="{556D3D6D-8F55-40EF-B8C7-20A3E5BD8A31}" type="parTrans" cxnId="{E2343AAC-3210-451D-885A-D4AA450F6905}">
      <dgm:prSet/>
      <dgm:spPr bwMode="auto"/>
      <dgm:t>
        <a:bodyPr/>
        <a:lstStyle/>
        <a:p>
          <a:pPr>
            <a:defRPr/>
          </a:pPr>
          <a:endParaRPr lang="ru-RU" sz="3200" b="1"/>
        </a:p>
      </dgm:t>
    </dgm:pt>
    <dgm:pt modelId="{B702E9B9-7FE5-4CB4-B426-56B30AC73DD7}" type="pres">
      <dgm:prSet presAssocID="{EC41A9D4-43A0-42F7-9559-E4DF86A978CE}" presName="hierChild1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53F2760-6205-40DD-A808-49DFF5D07876}" type="pres">
      <dgm:prSet presAssocID="{8AA18608-00CD-4C95-BA3B-FC8652F9DB7D}" presName="hierRoot1" presStyleCnt="0">
        <dgm:presLayoutVars>
          <dgm:hierBranch val="ini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9FA8CDDB-D9B2-4102-98B2-EF7C5257D451}" type="pres">
      <dgm:prSet presAssocID="{8AA18608-00CD-4C95-BA3B-FC8652F9DB7D}" presName="rootComposite1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5EE15A1A-C9E4-47E7-B0CE-E58ABB0793AC}" type="pres">
      <dgm:prSet custScaleX="198972" presAssocID="{8AA18608-00CD-4C95-BA3B-FC8652F9DB7D}" presName="rootText1" presStyleLbl="node0" presStyleIdx="0" presStyleCnt="1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8876D19-C745-4870-B0AD-B78732C7F847}" type="pres">
      <dgm:prSet presAssocID="{8AA18608-00CD-4C95-BA3B-FC8652F9DB7D}" presName="rootConnector1" presStyleLbl="node1" presStyleIdx="0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878D7F94-1F45-479C-AE2A-75A984E25C9D}" type="pres">
      <dgm:prSet presAssocID="{8AA18608-00CD-4C95-BA3B-FC8652F9DB7D}" presName="hierChild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A467077-B254-41DB-A545-D4A8078F00F3}" type="pres">
      <dgm:prSet presAssocID="{DB437BF0-53C7-4549-8CC5-439F8EB69B40}" presName="Name37" presStyleLbl="parChTrans1D2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9D1BEAE0-DE56-4734-BC12-1740DC82144E}" type="pres">
      <dgm:prSet presAssocID="{97A10496-0C20-464F-9F5B-11256E09A063}" presName="hierRoot2" presStyleCnt="0">
        <dgm:presLayoutVars>
          <dgm:hierBranch val="ini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5BD00A5E-7519-4AFA-93FE-DAC5AEB53922}" type="pres">
      <dgm:prSet presAssocID="{97A10496-0C20-464F-9F5B-11256E09A063}" presName="rootComposit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79E4F4F-EA93-4B72-8A33-601D2ACEA4C5}" type="pres">
      <dgm:prSet custScaleX="207735" presAssocID="{97A10496-0C20-464F-9F5B-11256E09A063}" presName="rootText" presStyleLbl="node2" presStyleIdx="0" presStyleCnt="2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02FC4F5-3780-428A-8B3C-58B5D17867E7}" type="pres">
      <dgm:prSet presAssocID="{97A10496-0C20-464F-9F5B-11256E09A063}" presName="rootConnector" presStyleLbl="node2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51512115-55D6-4554-8406-5F091619F28F}" type="pres">
      <dgm:prSet presAssocID="{97A10496-0C20-464F-9F5B-11256E09A063}" presName="hierChild4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49FB81E-8EE7-4EF2-B835-A1725FF96EAF}" type="pres">
      <dgm:prSet presAssocID="{97A10496-0C20-464F-9F5B-11256E09A063}" presName="hierChild5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A20F58B1-852B-4FDE-816A-67C5638C7C4B}" type="pres">
      <dgm:prSet presAssocID="{556D3D6D-8F55-40EF-B8C7-20A3E5BD8A31}" presName="Name37" presStyleLbl="parChTrans1D2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56DE452B-E0B3-4B74-BB3C-BE2AFC6908A9}" type="pres">
      <dgm:prSet presAssocID="{DD499701-C781-45A7-B8A8-279EE770B132}" presName="hierRoot2" presStyleCnt="0">
        <dgm:presLayoutVars>
          <dgm:hierBranch val="ini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CCED06F-7BEE-4562-959B-39ECD736A359}" type="pres">
      <dgm:prSet presAssocID="{DD499701-C781-45A7-B8A8-279EE770B132}" presName="rootComposit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09164E40-B62B-4CDE-80BB-E7F90535FD3D}" type="pres">
      <dgm:prSet custScaleX="195161" presAssocID="{DD499701-C781-45A7-B8A8-279EE770B132}" presName="rootText" presStyleLbl="node2" presStyleIdx="1" presStyleCnt="2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903B3805-7517-4C4B-8F78-EDBE0244083B}" type="pres">
      <dgm:prSet presAssocID="{DD499701-C781-45A7-B8A8-279EE770B132}" presName="rootConnector" presStyleLbl="node2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6CC7126F-CC0D-44A7-B5BB-EE1CA9216C99}" type="pres">
      <dgm:prSet presAssocID="{DD499701-C781-45A7-B8A8-279EE770B132}" presName="hierChild4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DF58883A-3A22-48DC-A0FA-427F154448FA}" type="pres">
      <dgm:prSet presAssocID="{DD499701-C781-45A7-B8A8-279EE770B132}" presName="hierChild5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0B058968-1AC0-48E1-82BD-F3896B0F44DD}" type="pres">
      <dgm:prSet presAssocID="{8AA18608-00CD-4C95-BA3B-FC8652F9DB7D}" presName="hierChild3" presStyleCnt="0"/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82F75EC8-EE8E-4A98-A081-EC9FD6F86C02}" type="presOf" srcId="{DD499701-C781-45A7-B8A8-279EE770B132}" destId="{09164E40-B62B-4CDE-80BB-E7F90535FD3D}" srcOrd="0" destOrd="0" presId="urn:microsoft.com/office/officeart/2005/8/layout/orgChart1"/>
    <dgm:cxn modelId="{E2343AAC-3210-451D-885A-D4AA450F6905}" srcId="{8AA18608-00CD-4C95-BA3B-FC8652F9DB7D}" destId="{DD499701-C781-45A7-B8A8-279EE770B132}" srcOrd="1" destOrd="0" parTransId="{556D3D6D-8F55-40EF-B8C7-20A3E5BD8A31}" sibTransId="{1878507F-0AB0-4E66-A084-688D2DB15627}"/>
    <dgm:cxn modelId="{91C10EF9-A736-4E47-9C59-3916AFE0550E}" type="presOf" srcId="{DD499701-C781-45A7-B8A8-279EE770B132}" destId="{903B3805-7517-4C4B-8F78-EDBE0244083B}" srcOrd="1" destOrd="0" presId="urn:microsoft.com/office/officeart/2005/8/layout/orgChart1"/>
    <dgm:cxn modelId="{EBDAE4E0-DCBD-43FC-9731-3FF08AC32B0C}" type="presOf" srcId="{556D3D6D-8F55-40EF-B8C7-20A3E5BD8A31}" destId="{A20F58B1-852B-4FDE-816A-67C5638C7C4B}" srcOrd="0" destOrd="0" presId="urn:microsoft.com/office/officeart/2005/8/layout/orgChart1"/>
    <dgm:cxn modelId="{F8536108-3746-42DA-8E31-A637CEED36A2}" type="presOf" srcId="{97A10496-0C20-464F-9F5B-11256E09A063}" destId="{102FC4F5-3780-428A-8B3C-58B5D17867E7}" srcOrd="1" destOrd="0" presId="urn:microsoft.com/office/officeart/2005/8/layout/orgChart1"/>
    <dgm:cxn modelId="{8F1D05C2-5D05-4C82-9785-2D7468D86F4C}" srcId="{8AA18608-00CD-4C95-BA3B-FC8652F9DB7D}" destId="{97A10496-0C20-464F-9F5B-11256E09A063}" srcOrd="0" destOrd="0" parTransId="{DB437BF0-53C7-4549-8CC5-439F8EB69B40}" sibTransId="{501E66FC-16EE-49EC-93BF-912E93D3909A}"/>
    <dgm:cxn modelId="{5E960A3B-447D-4198-AF00-F324959E62B0}" type="presOf" srcId="{8AA18608-00CD-4C95-BA3B-FC8652F9DB7D}" destId="{88876D19-C745-4870-B0AD-B78732C7F847}" srcOrd="1" destOrd="0" presId="urn:microsoft.com/office/officeart/2005/8/layout/orgChart1"/>
    <dgm:cxn modelId="{449A6C21-55EF-4DA5-A40A-CED32BF0B18E}" type="presOf" srcId="{DB437BF0-53C7-4549-8CC5-439F8EB69B40}" destId="{BA467077-B254-41DB-A545-D4A8078F00F3}" srcOrd="0" destOrd="0" presId="urn:microsoft.com/office/officeart/2005/8/layout/orgChart1"/>
    <dgm:cxn modelId="{77E73B7C-BAE6-42C1-A83A-4585181F46B6}" srcId="{EC41A9D4-43A0-42F7-9559-E4DF86A978CE}" destId="{8AA18608-00CD-4C95-BA3B-FC8652F9DB7D}" srcOrd="0" destOrd="0" parTransId="{2DE38354-754F-478C-A238-2E38EF595B25}" sibTransId="{1FD009DC-80AA-4823-8B6B-B3A186B4CC6A}"/>
    <dgm:cxn modelId="{AC777F0F-2415-4CB4-95A8-82712919E02D}" type="presOf" srcId="{97A10496-0C20-464F-9F5B-11256E09A063}" destId="{F79E4F4F-EA93-4B72-8A33-601D2ACEA4C5}" srcOrd="0" destOrd="0" presId="urn:microsoft.com/office/officeart/2005/8/layout/orgChart1"/>
    <dgm:cxn modelId="{C00833FF-FBC9-4514-91F3-951A3FF26479}" type="presOf" srcId="{EC41A9D4-43A0-42F7-9559-E4DF86A978CE}" destId="{B702E9B9-7FE5-4CB4-B426-56B30AC73DD7}" srcOrd="0" destOrd="0" presId="urn:microsoft.com/office/officeart/2005/8/layout/orgChart1"/>
    <dgm:cxn modelId="{FA67DB29-E3FB-42C1-A3BB-8F838C55C088}" type="presOf" srcId="{8AA18608-00CD-4C95-BA3B-FC8652F9DB7D}" destId="{5EE15A1A-C9E4-47E7-B0CE-E58ABB0793AC}" srcOrd="0" destOrd="0" presId="urn:microsoft.com/office/officeart/2005/8/layout/orgChart1"/>
    <dgm:cxn modelId="{D0468C9D-3158-4DA4-9515-BFA6A01B26ED}" type="presParOf" srcId="{B702E9B9-7FE5-4CB4-B426-56B30AC73DD7}" destId="{B53F2760-6205-40DD-A808-49DFF5D07876}" srcOrd="0" destOrd="0" presId="urn:microsoft.com/office/officeart/2005/8/layout/orgChart1"/>
    <dgm:cxn modelId="{CCAAB643-A2DD-4009-889A-978C032317E7}" type="presParOf" srcId="{B53F2760-6205-40DD-A808-49DFF5D07876}" destId="{9FA8CDDB-D9B2-4102-98B2-EF7C5257D451}" srcOrd="0" destOrd="0" presId="urn:microsoft.com/office/officeart/2005/8/layout/orgChart1"/>
    <dgm:cxn modelId="{87187E3E-0EA8-449C-920F-16240AF8D0BC}" type="presParOf" srcId="{9FA8CDDB-D9B2-4102-98B2-EF7C5257D451}" destId="{5EE15A1A-C9E4-47E7-B0CE-E58ABB0793AC}" srcOrd="0" destOrd="0" presId="urn:microsoft.com/office/officeart/2005/8/layout/orgChart1"/>
    <dgm:cxn modelId="{A7D42E3A-25A8-4F66-B26F-C95168465BE9}" type="presParOf" srcId="{9FA8CDDB-D9B2-4102-98B2-EF7C5257D451}" destId="{88876D19-C745-4870-B0AD-B78732C7F847}" srcOrd="1" destOrd="0" presId="urn:microsoft.com/office/officeart/2005/8/layout/orgChart1"/>
    <dgm:cxn modelId="{3CA2ACE3-A2CA-4F99-962A-6E31EEB06305}" type="presParOf" srcId="{B53F2760-6205-40DD-A808-49DFF5D07876}" destId="{878D7F94-1F45-479C-AE2A-75A984E25C9D}" srcOrd="1" destOrd="0" presId="urn:microsoft.com/office/officeart/2005/8/layout/orgChart1"/>
    <dgm:cxn modelId="{99AC71BB-481B-4EBA-B85D-4E16247C4371}" type="presParOf" srcId="{878D7F94-1F45-479C-AE2A-75A984E25C9D}" destId="{BA467077-B254-41DB-A545-D4A8078F00F3}" srcOrd="0" destOrd="0" presId="urn:microsoft.com/office/officeart/2005/8/layout/orgChart1"/>
    <dgm:cxn modelId="{FE28A424-EBDC-419A-B7ED-0B2765E42CE9}" type="presParOf" srcId="{878D7F94-1F45-479C-AE2A-75A984E25C9D}" destId="{9D1BEAE0-DE56-4734-BC12-1740DC82144E}" srcOrd="1" destOrd="0" presId="urn:microsoft.com/office/officeart/2005/8/layout/orgChart1"/>
    <dgm:cxn modelId="{DA04F7F6-70D5-48FD-8B9F-6593BAB18303}" type="presParOf" srcId="{9D1BEAE0-DE56-4734-BC12-1740DC82144E}" destId="{5BD00A5E-7519-4AFA-93FE-DAC5AEB53922}" srcOrd="0" destOrd="0" presId="urn:microsoft.com/office/officeart/2005/8/layout/orgChart1"/>
    <dgm:cxn modelId="{8812E44E-D9E8-46AB-8FE4-A08713BE0D32}" type="presParOf" srcId="{5BD00A5E-7519-4AFA-93FE-DAC5AEB53922}" destId="{F79E4F4F-EA93-4B72-8A33-601D2ACEA4C5}" srcOrd="0" destOrd="0" presId="urn:microsoft.com/office/officeart/2005/8/layout/orgChart1"/>
    <dgm:cxn modelId="{ED3A05C9-F178-4944-A3BB-455F04A74007}" type="presParOf" srcId="{5BD00A5E-7519-4AFA-93FE-DAC5AEB53922}" destId="{102FC4F5-3780-428A-8B3C-58B5D17867E7}" srcOrd="1" destOrd="0" presId="urn:microsoft.com/office/officeart/2005/8/layout/orgChart1"/>
    <dgm:cxn modelId="{A66B8EE7-91EC-44C4-9F4A-50F44E6A1DA3}" type="presParOf" srcId="{9D1BEAE0-DE56-4734-BC12-1740DC82144E}" destId="{51512115-55D6-4554-8406-5F091619F28F}" srcOrd="1" destOrd="0" presId="urn:microsoft.com/office/officeart/2005/8/layout/orgChart1"/>
    <dgm:cxn modelId="{B12ED059-257B-4315-A1B1-71597DBEC122}" type="presParOf" srcId="{9D1BEAE0-DE56-4734-BC12-1740DC82144E}" destId="{B49FB81E-8EE7-4EF2-B835-A1725FF96EAF}" srcOrd="2" destOrd="0" presId="urn:microsoft.com/office/officeart/2005/8/layout/orgChart1"/>
    <dgm:cxn modelId="{53A4A92A-79A8-4EFD-8C6F-903C4B8B20EE}" type="presParOf" srcId="{878D7F94-1F45-479C-AE2A-75A984E25C9D}" destId="{A20F58B1-852B-4FDE-816A-67C5638C7C4B}" srcOrd="2" destOrd="0" presId="urn:microsoft.com/office/officeart/2005/8/layout/orgChart1"/>
    <dgm:cxn modelId="{14BFAF01-690E-46B4-87F2-7DE427AAC8EF}" type="presParOf" srcId="{878D7F94-1F45-479C-AE2A-75A984E25C9D}" destId="{56DE452B-E0B3-4B74-BB3C-BE2AFC6908A9}" srcOrd="3" destOrd="0" presId="urn:microsoft.com/office/officeart/2005/8/layout/orgChart1"/>
    <dgm:cxn modelId="{0E1626E3-13FC-4FD8-B6A6-8D810EA95654}" type="presParOf" srcId="{56DE452B-E0B3-4B74-BB3C-BE2AFC6908A9}" destId="{ECCED06F-7BEE-4562-959B-39ECD736A359}" srcOrd="0" destOrd="0" presId="urn:microsoft.com/office/officeart/2005/8/layout/orgChart1"/>
    <dgm:cxn modelId="{B60BE2B5-CE05-4F95-8649-5A77596547A7}" type="presParOf" srcId="{ECCED06F-7BEE-4562-959B-39ECD736A359}" destId="{09164E40-B62B-4CDE-80BB-E7F90535FD3D}" srcOrd="0" destOrd="0" presId="urn:microsoft.com/office/officeart/2005/8/layout/orgChart1"/>
    <dgm:cxn modelId="{D4C9FD33-44F8-472D-982D-3DFA2D11C287}" type="presParOf" srcId="{ECCED06F-7BEE-4562-959B-39ECD736A359}" destId="{903B3805-7517-4C4B-8F78-EDBE0244083B}" srcOrd="1" destOrd="0" presId="urn:microsoft.com/office/officeart/2005/8/layout/orgChart1"/>
    <dgm:cxn modelId="{791D4840-7319-49AC-A479-B978BBE435FF}" type="presParOf" srcId="{56DE452B-E0B3-4B74-BB3C-BE2AFC6908A9}" destId="{6CC7126F-CC0D-44A7-B5BB-EE1CA9216C99}" srcOrd="1" destOrd="0" presId="urn:microsoft.com/office/officeart/2005/8/layout/orgChart1"/>
    <dgm:cxn modelId="{8E2A1BC4-2647-415F-B480-0688DA72D62A}" type="presParOf" srcId="{56DE452B-E0B3-4B74-BB3C-BE2AFC6908A9}" destId="{DF58883A-3A22-48DC-A0FA-427F154448FA}" srcOrd="2" destOrd="0" presId="urn:microsoft.com/office/officeart/2005/8/layout/orgChart1"/>
    <dgm:cxn modelId="{5527AC29-113A-4171-AC36-C003642A30FF}" type="presParOf" srcId="{B53F2760-6205-40DD-A808-49DFF5D07876}" destId="{0B058968-1AC0-48E1-82BD-F3896B0F44D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EC41A9D4-43A0-42F7-9559-E4DF86A978CE}" type="doc">
      <dgm:prSet loTypeId="urn:microsoft.com/office/officeart/2005/8/layout/hierarchy1" loCatId="hierarchy" qsTypeId="urn:microsoft.com/office/officeart/2005/8/quickstyle/3d3" qsCatId="3D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8AA18608-00CD-4C95-BA3B-FC8652F9DB7D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/>
            <a:t>Руководители </a:t>
          </a:r>
          <a:endParaRPr lang="ru-RU" sz="2400" b="1"/>
        </a:p>
      </dgm:t>
    </dgm:pt>
    <dgm:pt modelId="{2DE38354-754F-478C-A238-2E38EF595B25}" type="parTrans" cxnId="{77E73B7C-BAE6-42C1-A83A-4585181F46B6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1FD009DC-80AA-4823-8B6B-B3A186B4CC6A}" type="sibTrans" cxnId="{77E73B7C-BAE6-42C1-A83A-4585181F46B6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97A10496-0C20-464F-9F5B-11256E09A063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/>
            <a:t>Руководители высшего звена</a:t>
          </a:r>
          <a:endParaRPr lang="ru-RU" sz="2400" b="1"/>
        </a:p>
      </dgm:t>
    </dgm:pt>
    <dgm:pt modelId="{DB437BF0-53C7-4549-8CC5-439F8EB69B40}" type="parTrans" cxnId="{8F1D05C2-5D05-4C82-9785-2D7468D86F4C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501E66FC-16EE-49EC-93BF-912E93D3909A}" type="sibTrans" cxnId="{8F1D05C2-5D05-4C82-9785-2D7468D86F4C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DD499701-C781-45A7-B8A8-279EE770B132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/>
            <a:t>Руководители среднего звена</a:t>
          </a:r>
          <a:endParaRPr lang="ru-RU" sz="2400" b="1"/>
        </a:p>
      </dgm:t>
    </dgm:pt>
    <dgm:pt modelId="{1878507F-0AB0-4E66-A084-688D2DB15627}" type="sibTrans" cxnId="{E2343AAC-3210-451D-885A-D4AA450F6905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556D3D6D-8F55-40EF-B8C7-20A3E5BD8A31}" type="parTrans" cxnId="{E2343AAC-3210-451D-885A-D4AA450F6905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2C8068D8-9A2C-4FCF-B91C-00B6D70FDCF2}">
      <dgm:prSet phldrT="" custT="1"/>
      <dgm:spPr bwMode="auto"/>
      <dgm:t>
        <a:bodyPr/>
        <a:lstStyle/>
        <a:p>
          <a:pPr>
            <a:defRPr/>
          </a:pPr>
          <a:r>
            <a:rPr lang="ru-RU" sz="2400" b="1"/>
            <a:t>Руководители низового звена</a:t>
          </a:r>
          <a:endParaRPr lang="ru-RU" sz="2400" b="1"/>
        </a:p>
      </dgm:t>
    </dgm:pt>
    <dgm:pt modelId="{5F19FC97-9F28-4B1A-96F5-D0590E50BB4D}" type="parTrans" cxnId="{5B4CB971-CB87-418D-8262-EFDAFE2854CA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64B01C6F-C419-4FCF-AEA0-087A47FBC930}" type="sibTrans" cxnId="{5B4CB971-CB87-418D-8262-EFDAFE2854CA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8678A5D9-F07A-4EA7-B9BE-D8788F2E6548}" type="pres">
      <dgm:prSet presAssocID="{EC41A9D4-43A0-42F7-9559-E4DF86A978CE}" presName="hierChild1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FC793AF-2337-461A-B436-03316062E948}" type="pres">
      <dgm:prSet presAssocID="{8AA18608-00CD-4C95-BA3B-FC8652F9DB7D}" presName="hierRoot1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AB360259-0E03-43D1-AECF-FD524485E311}" type="pres">
      <dgm:prSet presAssocID="{8AA18608-00CD-4C95-BA3B-FC8652F9DB7D}" presName="composit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504ADBB7-7452-4AEC-AF54-038686E0FAED}" type="pres">
      <dgm:prSet presAssocID="{8AA18608-00CD-4C95-BA3B-FC8652F9DB7D}" presName="background" presStyleLbl="node0" presStyleIdx="0" presStyleCnt="1"/>
      <dgm:spPr bwMode="auto"/>
      <dgm:t>
        <a:bodyPr/>
        <a:lstStyle/>
        <a:p>
          <a:pPr>
            <a:defRPr/>
          </a:pPr>
          <a:endParaRPr lang="ru-RU"/>
        </a:p>
      </dgm:t>
    </dgm:pt>
    <dgm:pt modelId="{695507CC-8CCF-4B72-A26B-F4E82EDE509C}" type="pres">
      <dgm:prSet custScaleX="160296" presAssocID="{8AA18608-00CD-4C95-BA3B-FC8652F9DB7D}" presName="text" presStyleLbl="fgAcc0" presStyleIdx="0" presStyleCnt="1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1728EDB-FF31-4E45-82C6-E39EE1858409}" type="pres">
      <dgm:prSet presAssocID="{8AA18608-00CD-4C95-BA3B-FC8652F9DB7D}" presName="hierChild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BF67563-7528-4905-801E-6C6D7E3A118D}" type="pres">
      <dgm:prSet presAssocID="{DB437BF0-53C7-4549-8CC5-439F8EB69B40}" presName="Name10" presStyleLbl="parChTrans1D2" presStyleIdx="0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6AA8F029-C532-4175-B7B8-DA1C9BF20B8F}" type="pres">
      <dgm:prSet presAssocID="{97A10496-0C20-464F-9F5B-11256E09A063}" presName="hierRoot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92B5695-AF04-4C44-8D8C-44B6E83948AC}" type="pres">
      <dgm:prSet presAssocID="{97A10496-0C20-464F-9F5B-11256E09A063}" presName="composite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E6A0C46A-58A5-4374-8F17-86008F7ECCD2}" type="pres">
      <dgm:prSet presAssocID="{97A10496-0C20-464F-9F5B-11256E09A063}" presName="background2" presStyleLbl="node2" presStyleIdx="0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6B78BDC5-F522-4E1B-A65B-8F99D8287DA7}" type="pres">
      <dgm:prSet custScaleX="161568" presAssocID="{97A10496-0C20-464F-9F5B-11256E09A063}" presName="text2" presStyleLbl="fgAcc2" presStyleIdx="0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CABBAAB-A136-48A7-B925-63B0A0F1859C}" type="pres">
      <dgm:prSet presAssocID="{97A10496-0C20-464F-9F5B-11256E09A063}" presName="hierChild3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62F698B4-91AD-4A32-92FE-515F22A1A9AF}" type="pres">
      <dgm:prSet presAssocID="{556D3D6D-8F55-40EF-B8C7-20A3E5BD8A31}" presName="Name10" presStyleLbl="parChTrans1D2" presStyleIdx="1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A659B24F-59C7-44C6-9024-FA9EEE3DCB19}" type="pres">
      <dgm:prSet presAssocID="{DD499701-C781-45A7-B8A8-279EE770B132}" presName="hierRoot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944CD4CA-B392-45BB-BF76-9F933334E4B0}" type="pres">
      <dgm:prSet presAssocID="{DD499701-C781-45A7-B8A8-279EE770B132}" presName="composite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74458C7D-ADB0-4667-958A-2F81E50199ED}" type="pres">
      <dgm:prSet presAssocID="{DD499701-C781-45A7-B8A8-279EE770B132}" presName="background2" presStyleLbl="node2" presStyleIdx="1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C3AE5EBE-02D9-48F4-BDCB-407848B580ED}" type="pres">
      <dgm:prSet custScaleX="155487" presAssocID="{DD499701-C781-45A7-B8A8-279EE770B132}" presName="text2" presStyleLbl="fgAcc2" presStyleIdx="1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12D8052-6DDC-4391-88E7-CC30A63E5A1E}" type="pres">
      <dgm:prSet presAssocID="{DD499701-C781-45A7-B8A8-279EE770B132}" presName="hierChild3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880A42E9-4244-4B3B-AEB7-7E0C5F62ACAB}" type="pres">
      <dgm:prSet presAssocID="{5F19FC97-9F28-4B1A-96F5-D0590E50BB4D}" presName="Name10" presStyleLbl="parChTrans1D2" presStyleIdx="2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AC088793-4888-4C1B-A051-E221C0290C71}" type="pres">
      <dgm:prSet presAssocID="{2C8068D8-9A2C-4FCF-B91C-00B6D70FDCF2}" presName="hierRoot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1C973CF2-451E-4849-8CD5-5DC5A4C1AA0D}" type="pres">
      <dgm:prSet presAssocID="{2C8068D8-9A2C-4FCF-B91C-00B6D70FDCF2}" presName="composite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2984239C-8568-4566-B15C-692060001E6C}" type="pres">
      <dgm:prSet presAssocID="{2C8068D8-9A2C-4FCF-B91C-00B6D70FDCF2}" presName="background2" presStyleLbl="node2" presStyleIdx="2" presStyleCnt="3"/>
      <dgm:spPr bwMode="auto"/>
      <dgm:t>
        <a:bodyPr/>
        <a:lstStyle/>
        <a:p>
          <a:pPr>
            <a:defRPr/>
          </a:pPr>
          <a:endParaRPr lang="ru-RU"/>
        </a:p>
      </dgm:t>
    </dgm:pt>
    <dgm:pt modelId="{919FEBE4-0775-494F-8A8C-30998A997259}" type="pres">
      <dgm:prSet custScaleX="145150" presAssocID="{2C8068D8-9A2C-4FCF-B91C-00B6D70FDCF2}" presName="text2" presStyleLbl="fgAcc2" presStyleIdx="2" presStyleCnt="3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B3FCFC0-FC89-43F4-AAB5-C6269CCE6223}" type="pres">
      <dgm:prSet presAssocID="{2C8068D8-9A2C-4FCF-B91C-00B6D70FDCF2}" presName="hierChild3" presStyleCnt="0"/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5B4CB971-CB87-418D-8262-EFDAFE2854CA}" srcId="{8AA18608-00CD-4C95-BA3B-FC8652F9DB7D}" destId="{2C8068D8-9A2C-4FCF-B91C-00B6D70FDCF2}" srcOrd="2" destOrd="0" parTransId="{5F19FC97-9F28-4B1A-96F5-D0590E50BB4D}" sibTransId="{64B01C6F-C419-4FCF-AEA0-087A47FBC930}"/>
    <dgm:cxn modelId="{8A5AB30B-4A13-44DC-AB26-E887FF0B18F3}" type="presOf" srcId="{DD499701-C781-45A7-B8A8-279EE770B132}" destId="{C3AE5EBE-02D9-48F4-BDCB-407848B580ED}" srcOrd="0" destOrd="0" presId="urn:microsoft.com/office/officeart/2005/8/layout/hierarchy1"/>
    <dgm:cxn modelId="{8F1D05C2-5D05-4C82-9785-2D7468D86F4C}" srcId="{8AA18608-00CD-4C95-BA3B-FC8652F9DB7D}" destId="{97A10496-0C20-464F-9F5B-11256E09A063}" srcOrd="0" destOrd="0" parTransId="{DB437BF0-53C7-4549-8CC5-439F8EB69B40}" sibTransId="{501E66FC-16EE-49EC-93BF-912E93D3909A}"/>
    <dgm:cxn modelId="{01A80D50-488C-4C40-9C0B-C1D88E3551A1}" type="presOf" srcId="{5F19FC97-9F28-4B1A-96F5-D0590E50BB4D}" destId="{880A42E9-4244-4B3B-AEB7-7E0C5F62ACAB}" srcOrd="0" destOrd="0" presId="urn:microsoft.com/office/officeart/2005/8/layout/hierarchy1"/>
    <dgm:cxn modelId="{E2343AAC-3210-451D-885A-D4AA450F6905}" srcId="{8AA18608-00CD-4C95-BA3B-FC8652F9DB7D}" destId="{DD499701-C781-45A7-B8A8-279EE770B132}" srcOrd="1" destOrd="0" parTransId="{556D3D6D-8F55-40EF-B8C7-20A3E5BD8A31}" sibTransId="{1878507F-0AB0-4E66-A084-688D2DB15627}"/>
    <dgm:cxn modelId="{10792639-AC37-43F9-8B8F-95E9D08B8FC5}" type="presOf" srcId="{556D3D6D-8F55-40EF-B8C7-20A3E5BD8A31}" destId="{62F698B4-91AD-4A32-92FE-515F22A1A9AF}" srcOrd="0" destOrd="0" presId="urn:microsoft.com/office/officeart/2005/8/layout/hierarchy1"/>
    <dgm:cxn modelId="{BABB5CC5-08D7-4487-8656-6C99B31CEFCC}" type="presOf" srcId="{2C8068D8-9A2C-4FCF-B91C-00B6D70FDCF2}" destId="{919FEBE4-0775-494F-8A8C-30998A997259}" srcOrd="0" destOrd="0" presId="urn:microsoft.com/office/officeart/2005/8/layout/hierarchy1"/>
    <dgm:cxn modelId="{77E73B7C-BAE6-42C1-A83A-4585181F46B6}" srcId="{EC41A9D4-43A0-42F7-9559-E4DF86A978CE}" destId="{8AA18608-00CD-4C95-BA3B-FC8652F9DB7D}" srcOrd="0" destOrd="0" parTransId="{2DE38354-754F-478C-A238-2E38EF595B25}" sibTransId="{1FD009DC-80AA-4823-8B6B-B3A186B4CC6A}"/>
    <dgm:cxn modelId="{1C05A8FA-55D5-4E3A-AD09-3CADBC52EE1C}" type="presOf" srcId="{8AA18608-00CD-4C95-BA3B-FC8652F9DB7D}" destId="{695507CC-8CCF-4B72-A26B-F4E82EDE509C}" srcOrd="0" destOrd="0" presId="urn:microsoft.com/office/officeart/2005/8/layout/hierarchy1"/>
    <dgm:cxn modelId="{EC56ADFE-0260-4CE9-8496-CC526F2105C8}" type="presOf" srcId="{97A10496-0C20-464F-9F5B-11256E09A063}" destId="{6B78BDC5-F522-4E1B-A65B-8F99D8287DA7}" srcOrd="0" destOrd="0" presId="urn:microsoft.com/office/officeart/2005/8/layout/hierarchy1"/>
    <dgm:cxn modelId="{62F3C775-7306-4B8B-A0AC-58128D5F24C8}" type="presOf" srcId="{DB437BF0-53C7-4549-8CC5-439F8EB69B40}" destId="{BBF67563-7528-4905-801E-6C6D7E3A118D}" srcOrd="0" destOrd="0" presId="urn:microsoft.com/office/officeart/2005/8/layout/hierarchy1"/>
    <dgm:cxn modelId="{1AB9CE62-6A74-4549-8BA3-DE517A6A2053}" type="presOf" srcId="{EC41A9D4-43A0-42F7-9559-E4DF86A978CE}" destId="{8678A5D9-F07A-4EA7-B9BE-D8788F2E6548}" srcOrd="0" destOrd="0" presId="urn:microsoft.com/office/officeart/2005/8/layout/hierarchy1"/>
    <dgm:cxn modelId="{2DFC1A0F-4959-4317-BBE6-A274D48C70B8}" type="presParOf" srcId="{8678A5D9-F07A-4EA7-B9BE-D8788F2E6548}" destId="{DFC793AF-2337-461A-B436-03316062E948}" srcOrd="0" destOrd="0" presId="urn:microsoft.com/office/officeart/2005/8/layout/hierarchy1"/>
    <dgm:cxn modelId="{5EF92218-0ECF-414B-A380-C8B46BB5DA51}" type="presParOf" srcId="{DFC793AF-2337-461A-B436-03316062E948}" destId="{AB360259-0E03-43D1-AECF-FD524485E311}" srcOrd="0" destOrd="0" presId="urn:microsoft.com/office/officeart/2005/8/layout/hierarchy1"/>
    <dgm:cxn modelId="{CA7F18F5-7FC4-48D1-A8B8-2C0941837392}" type="presParOf" srcId="{AB360259-0E03-43D1-AECF-FD524485E311}" destId="{504ADBB7-7452-4AEC-AF54-038686E0FAED}" srcOrd="0" destOrd="0" presId="urn:microsoft.com/office/officeart/2005/8/layout/hierarchy1"/>
    <dgm:cxn modelId="{7AB0C365-0E0F-4834-9199-3FEDD8507AE7}" type="presParOf" srcId="{AB360259-0E03-43D1-AECF-FD524485E311}" destId="{695507CC-8CCF-4B72-A26B-F4E82EDE509C}" srcOrd="1" destOrd="0" presId="urn:microsoft.com/office/officeart/2005/8/layout/hierarchy1"/>
    <dgm:cxn modelId="{FA303E73-EAEE-46BC-A667-7EBD222D9A8F}" type="presParOf" srcId="{DFC793AF-2337-461A-B436-03316062E948}" destId="{21728EDB-FF31-4E45-82C6-E39EE1858409}" srcOrd="1" destOrd="0" presId="urn:microsoft.com/office/officeart/2005/8/layout/hierarchy1"/>
    <dgm:cxn modelId="{32D1F1EB-2A68-40EE-98C9-2FF7241B3121}" type="presParOf" srcId="{21728EDB-FF31-4E45-82C6-E39EE1858409}" destId="{BBF67563-7528-4905-801E-6C6D7E3A118D}" srcOrd="0" destOrd="0" presId="urn:microsoft.com/office/officeart/2005/8/layout/hierarchy1"/>
    <dgm:cxn modelId="{6DA8C061-DF6A-42DF-B839-34F55A1897C1}" type="presParOf" srcId="{21728EDB-FF31-4E45-82C6-E39EE1858409}" destId="{6AA8F029-C532-4175-B7B8-DA1C9BF20B8F}" srcOrd="1" destOrd="0" presId="urn:microsoft.com/office/officeart/2005/8/layout/hierarchy1"/>
    <dgm:cxn modelId="{36F86E48-28FD-4F1E-AEFF-0D1E23C83AFA}" type="presParOf" srcId="{6AA8F029-C532-4175-B7B8-DA1C9BF20B8F}" destId="{B92B5695-AF04-4C44-8D8C-44B6E83948AC}" srcOrd="0" destOrd="0" presId="urn:microsoft.com/office/officeart/2005/8/layout/hierarchy1"/>
    <dgm:cxn modelId="{B5417E1A-13C1-4333-BB04-CE929F03C460}" type="presParOf" srcId="{B92B5695-AF04-4C44-8D8C-44B6E83948AC}" destId="{E6A0C46A-58A5-4374-8F17-86008F7ECCD2}" srcOrd="0" destOrd="0" presId="urn:microsoft.com/office/officeart/2005/8/layout/hierarchy1"/>
    <dgm:cxn modelId="{2882193B-30E2-4A1F-A2C6-9A200FD1C49F}" type="presParOf" srcId="{B92B5695-AF04-4C44-8D8C-44B6E83948AC}" destId="{6B78BDC5-F522-4E1B-A65B-8F99D8287DA7}" srcOrd="1" destOrd="0" presId="urn:microsoft.com/office/officeart/2005/8/layout/hierarchy1"/>
    <dgm:cxn modelId="{1081EE15-F592-4952-A2F4-1B87D519BDFD}" type="presParOf" srcId="{6AA8F029-C532-4175-B7B8-DA1C9BF20B8F}" destId="{8CABBAAB-A136-48A7-B925-63B0A0F1859C}" srcOrd="1" destOrd="0" presId="urn:microsoft.com/office/officeart/2005/8/layout/hierarchy1"/>
    <dgm:cxn modelId="{976ACBC5-6653-4657-BC8A-6C3A35137166}" type="presParOf" srcId="{21728EDB-FF31-4E45-82C6-E39EE1858409}" destId="{62F698B4-91AD-4A32-92FE-515F22A1A9AF}" srcOrd="2" destOrd="0" presId="urn:microsoft.com/office/officeart/2005/8/layout/hierarchy1"/>
    <dgm:cxn modelId="{4E37B3D2-A511-4A9B-A808-E3ADE578D1E5}" type="presParOf" srcId="{21728EDB-FF31-4E45-82C6-E39EE1858409}" destId="{A659B24F-59C7-44C6-9024-FA9EEE3DCB19}" srcOrd="3" destOrd="0" presId="urn:microsoft.com/office/officeart/2005/8/layout/hierarchy1"/>
    <dgm:cxn modelId="{CF441D7C-10B2-4643-BAB4-3975D14C37A8}" type="presParOf" srcId="{A659B24F-59C7-44C6-9024-FA9EEE3DCB19}" destId="{944CD4CA-B392-45BB-BF76-9F933334E4B0}" srcOrd="0" destOrd="0" presId="urn:microsoft.com/office/officeart/2005/8/layout/hierarchy1"/>
    <dgm:cxn modelId="{6C8DEE24-0733-4F3D-88B7-1817A7178CB7}" type="presParOf" srcId="{944CD4CA-B392-45BB-BF76-9F933334E4B0}" destId="{74458C7D-ADB0-4667-958A-2F81E50199ED}" srcOrd="0" destOrd="0" presId="urn:microsoft.com/office/officeart/2005/8/layout/hierarchy1"/>
    <dgm:cxn modelId="{4D82E250-9E77-49B4-B203-39F5FA898AB4}" type="presParOf" srcId="{944CD4CA-B392-45BB-BF76-9F933334E4B0}" destId="{C3AE5EBE-02D9-48F4-BDCB-407848B580ED}" srcOrd="1" destOrd="0" presId="urn:microsoft.com/office/officeart/2005/8/layout/hierarchy1"/>
    <dgm:cxn modelId="{84D42358-51C1-4634-BED8-2D034906C0E9}" type="presParOf" srcId="{A659B24F-59C7-44C6-9024-FA9EEE3DCB19}" destId="{D12D8052-6DDC-4391-88E7-CC30A63E5A1E}" srcOrd="1" destOrd="0" presId="urn:microsoft.com/office/officeart/2005/8/layout/hierarchy1"/>
    <dgm:cxn modelId="{AF31B968-74F1-45CE-85C9-5CA0CD3CB4CA}" type="presParOf" srcId="{21728EDB-FF31-4E45-82C6-E39EE1858409}" destId="{880A42E9-4244-4B3B-AEB7-7E0C5F62ACAB}" srcOrd="4" destOrd="0" presId="urn:microsoft.com/office/officeart/2005/8/layout/hierarchy1"/>
    <dgm:cxn modelId="{1D9136D7-D433-48BD-95FE-C8238E01A4C9}" type="presParOf" srcId="{21728EDB-FF31-4E45-82C6-E39EE1858409}" destId="{AC088793-4888-4C1B-A051-E221C0290C71}" srcOrd="5" destOrd="0" presId="urn:microsoft.com/office/officeart/2005/8/layout/hierarchy1"/>
    <dgm:cxn modelId="{EA92997C-2CB6-475D-A21B-D20025BD0D81}" type="presParOf" srcId="{AC088793-4888-4C1B-A051-E221C0290C71}" destId="{1C973CF2-451E-4849-8CD5-5DC5A4C1AA0D}" srcOrd="0" destOrd="0" presId="urn:microsoft.com/office/officeart/2005/8/layout/hierarchy1"/>
    <dgm:cxn modelId="{26D7F399-3FB0-4854-9BCF-47739929BBAC}" type="presParOf" srcId="{1C973CF2-451E-4849-8CD5-5DC5A4C1AA0D}" destId="{2984239C-8568-4566-B15C-692060001E6C}" srcOrd="0" destOrd="0" presId="urn:microsoft.com/office/officeart/2005/8/layout/hierarchy1"/>
    <dgm:cxn modelId="{9A72F142-B93C-4017-A022-E31232C3693B}" type="presParOf" srcId="{1C973CF2-451E-4849-8CD5-5DC5A4C1AA0D}" destId="{919FEBE4-0775-494F-8A8C-30998A997259}" srcOrd="1" destOrd="0" presId="urn:microsoft.com/office/officeart/2005/8/layout/hierarchy1"/>
    <dgm:cxn modelId="{C75E33F5-2626-4778-9112-A31642B645FE}" type="presParOf" srcId="{AC088793-4888-4C1B-A051-E221C0290C71}" destId="{CB3FCFC0-FC89-43F4-AAB5-C6269CCE622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EC41A9D4-43A0-42F7-9559-E4DF86A978CE}" type="doc">
      <dgm:prSet loTypeId="urn:microsoft.com/office/officeart/2005/8/layout/hierarchy1" loCatId="hierarchy" qsTypeId="urn:microsoft.com/office/officeart/2005/8/quickstyle/3d3" qsCatId="3D" csTypeId="urn:microsoft.com/office/officeart/2005/8/colors/accent2_2" csCatId="accent2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8AA18608-00CD-4C95-BA3B-FC8652F9DB7D}">
      <dgm:prSet phldrT="[Текст]" custT="1"/>
      <dgm:spPr bwMode="auto"/>
      <dgm:t>
        <a:bodyPr/>
        <a:lstStyle/>
        <a:p>
          <a:pPr>
            <a:defRPr/>
          </a:pPr>
          <a:r>
            <a:rPr lang="ru-RU" sz="3600" b="1"/>
            <a:t>Рабочие </a:t>
          </a:r>
          <a:endParaRPr lang="ru-RU" sz="3600" b="1"/>
        </a:p>
      </dgm:t>
    </dgm:pt>
    <dgm:pt modelId="{2DE38354-754F-478C-A238-2E38EF595B25}" type="parTrans" cxnId="{77E73B7C-BAE6-42C1-A83A-4585181F46B6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1FD009DC-80AA-4823-8B6B-B3A186B4CC6A}" type="sibTrans" cxnId="{77E73B7C-BAE6-42C1-A83A-4585181F46B6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97A10496-0C20-464F-9F5B-11256E09A063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/>
            <a:t>Основные – </a:t>
          </a:r>
          <a:r>
            <a:rPr lang="ru-RU" sz="2400"/>
            <a:t>рабочие, которые непосредственно связаны с производством продукции</a:t>
          </a:r>
          <a:r>
            <a:rPr lang="ru-RU" sz="2400" b="1"/>
            <a:t> </a:t>
          </a:r>
          <a:endParaRPr lang="ru-RU" sz="2400" b="1"/>
        </a:p>
      </dgm:t>
    </dgm:pt>
    <dgm:pt modelId="{DB437BF0-53C7-4549-8CC5-439F8EB69B40}" type="parTrans" cxnId="{8F1D05C2-5D05-4C82-9785-2D7468D86F4C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501E66FC-16EE-49EC-93BF-912E93D3909A}" type="sibTrans" cxnId="{8F1D05C2-5D05-4C82-9785-2D7468D86F4C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DD499701-C781-45A7-B8A8-279EE770B132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/>
            <a:t>Вспомогательные – </a:t>
          </a:r>
          <a:r>
            <a:rPr lang="ru-RU" sz="2400"/>
            <a:t>рабочие, занимающиеся обслуживанием производства</a:t>
          </a:r>
          <a:r>
            <a:rPr lang="ru-RU" sz="2400" b="1"/>
            <a:t> </a:t>
          </a:r>
          <a:endParaRPr lang="ru-RU" sz="2400" b="1"/>
        </a:p>
      </dgm:t>
    </dgm:pt>
    <dgm:pt modelId="{1878507F-0AB0-4E66-A084-688D2DB15627}" type="sibTrans" cxnId="{E2343AAC-3210-451D-885A-D4AA450F6905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556D3D6D-8F55-40EF-B8C7-20A3E5BD8A31}" type="parTrans" cxnId="{E2343AAC-3210-451D-885A-D4AA450F6905}">
      <dgm:prSet/>
      <dgm:spPr bwMode="auto"/>
      <dgm:t>
        <a:bodyPr/>
        <a:lstStyle/>
        <a:p>
          <a:pPr>
            <a:defRPr/>
          </a:pPr>
          <a:endParaRPr lang="ru-RU" sz="2400" b="1"/>
        </a:p>
      </dgm:t>
    </dgm:pt>
    <dgm:pt modelId="{8678A5D9-F07A-4EA7-B9BE-D8788F2E6548}" type="pres">
      <dgm:prSet presAssocID="{EC41A9D4-43A0-42F7-9559-E4DF86A978CE}" presName="hierChild1" presStyleCnt="0">
        <dgm:presLayoutVars>
          <dgm:chPref val="1"/>
          <dgm:dir val="norm"/>
          <dgm:animOne val="branch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FC793AF-2337-461A-B436-03316062E948}" type="pres">
      <dgm:prSet presAssocID="{8AA18608-00CD-4C95-BA3B-FC8652F9DB7D}" presName="hierRoot1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AB360259-0E03-43D1-AECF-FD524485E311}" type="pres">
      <dgm:prSet presAssocID="{8AA18608-00CD-4C95-BA3B-FC8652F9DB7D}" presName="composit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504ADBB7-7452-4AEC-AF54-038686E0FAED}" type="pres">
      <dgm:prSet presAssocID="{8AA18608-00CD-4C95-BA3B-FC8652F9DB7D}" presName="background" presStyleLbl="node0" presStyleIdx="0" presStyleCnt="1"/>
      <dgm:spPr bwMode="auto"/>
      <dgm:t>
        <a:bodyPr/>
        <a:lstStyle/>
        <a:p>
          <a:pPr>
            <a:defRPr/>
          </a:pPr>
          <a:endParaRPr lang="ru-RU"/>
        </a:p>
      </dgm:t>
    </dgm:pt>
    <dgm:pt modelId="{695507CC-8CCF-4B72-A26B-F4E82EDE509C}" type="pres">
      <dgm:prSet custScaleX="160296" presAssocID="{8AA18608-00CD-4C95-BA3B-FC8652F9DB7D}" presName="text" presStyleLbl="fgAcc0" presStyleIdx="0" presStyleCnt="1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1728EDB-FF31-4E45-82C6-E39EE1858409}" type="pres">
      <dgm:prSet presAssocID="{8AA18608-00CD-4C95-BA3B-FC8652F9DB7D}" presName="hierChild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BF67563-7528-4905-801E-6C6D7E3A118D}" type="pres">
      <dgm:prSet presAssocID="{DB437BF0-53C7-4549-8CC5-439F8EB69B40}" presName="Name10" presStyleLbl="parChTrans1D2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6AA8F029-C532-4175-B7B8-DA1C9BF20B8F}" type="pres">
      <dgm:prSet presAssocID="{97A10496-0C20-464F-9F5B-11256E09A063}" presName="hierRoot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B92B5695-AF04-4C44-8D8C-44B6E83948AC}" type="pres">
      <dgm:prSet presAssocID="{97A10496-0C20-464F-9F5B-11256E09A063}" presName="composite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E6A0C46A-58A5-4374-8F17-86008F7ECCD2}" type="pres">
      <dgm:prSet presAssocID="{97A10496-0C20-464F-9F5B-11256E09A063}" presName="background2" presStyleLbl="node2" presStyleIdx="0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6B78BDC5-F522-4E1B-A65B-8F99D8287DA7}" type="pres">
      <dgm:prSet custScaleX="161568" custScaleY="118339" presAssocID="{97A10496-0C20-464F-9F5B-11256E09A063}" presName="text2" presStyleLbl="fgAcc2" presStyleIdx="0" presStyleCnt="2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CABBAAB-A136-48A7-B925-63B0A0F1859C}" type="pres">
      <dgm:prSet presAssocID="{97A10496-0C20-464F-9F5B-11256E09A063}" presName="hierChild3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62F698B4-91AD-4A32-92FE-515F22A1A9AF}" type="pres">
      <dgm:prSet presAssocID="{556D3D6D-8F55-40EF-B8C7-20A3E5BD8A31}" presName="Name10" presStyleLbl="parChTrans1D2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A659B24F-59C7-44C6-9024-FA9EEE3DCB19}" type="pres">
      <dgm:prSet presAssocID="{DD499701-C781-45A7-B8A8-279EE770B132}" presName="hierRoot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944CD4CA-B392-45BB-BF76-9F933334E4B0}" type="pres">
      <dgm:prSet presAssocID="{DD499701-C781-45A7-B8A8-279EE770B132}" presName="composite2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74458C7D-ADB0-4667-958A-2F81E50199ED}" type="pres">
      <dgm:prSet presAssocID="{DD499701-C781-45A7-B8A8-279EE770B132}" presName="background2" presStyleLbl="node2" presStyleIdx="1" presStyleCnt="2"/>
      <dgm:spPr bwMode="auto"/>
      <dgm:t>
        <a:bodyPr/>
        <a:lstStyle/>
        <a:p>
          <a:pPr>
            <a:defRPr/>
          </a:pPr>
          <a:endParaRPr lang="ru-RU"/>
        </a:p>
      </dgm:t>
    </dgm:pt>
    <dgm:pt modelId="{C3AE5EBE-02D9-48F4-BDCB-407848B580ED}" type="pres">
      <dgm:prSet custScaleX="155487" custScaleY="118339" presAssocID="{DD499701-C781-45A7-B8A8-279EE770B132}" presName="text2" presStyleLbl="fgAcc2" presStyleIdx="1" presStyleCnt="2">
        <dgm:presLayoutVars>
          <dgm:chPref val="3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12D8052-6DDC-4391-88E7-CC30A63E5A1E}" type="pres">
      <dgm:prSet presAssocID="{DD499701-C781-45A7-B8A8-279EE770B132}" presName="hierChild3" presStyleCnt="0"/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6B683828-FE2D-450B-91CE-AC2F4503643A}" type="presOf" srcId="{97A10496-0C20-464F-9F5B-11256E09A063}" destId="{6B78BDC5-F522-4E1B-A65B-8F99D8287DA7}" srcOrd="0" destOrd="0" presId="urn:microsoft.com/office/officeart/2005/8/layout/hierarchy1"/>
    <dgm:cxn modelId="{E2343AAC-3210-451D-885A-D4AA450F6905}" srcId="{8AA18608-00CD-4C95-BA3B-FC8652F9DB7D}" destId="{DD499701-C781-45A7-B8A8-279EE770B132}" srcOrd="1" destOrd="0" parTransId="{556D3D6D-8F55-40EF-B8C7-20A3E5BD8A31}" sibTransId="{1878507F-0AB0-4E66-A084-688D2DB15627}"/>
    <dgm:cxn modelId="{522E67D4-3879-4A3C-8DD0-B039054BB532}" type="presOf" srcId="{DB437BF0-53C7-4549-8CC5-439F8EB69B40}" destId="{BBF67563-7528-4905-801E-6C6D7E3A118D}" srcOrd="0" destOrd="0" presId="urn:microsoft.com/office/officeart/2005/8/layout/hierarchy1"/>
    <dgm:cxn modelId="{F1A8207D-1B5D-4921-BEB6-5D9B5453D06B}" type="presOf" srcId="{8AA18608-00CD-4C95-BA3B-FC8652F9DB7D}" destId="{695507CC-8CCF-4B72-A26B-F4E82EDE509C}" srcOrd="0" destOrd="0" presId="urn:microsoft.com/office/officeart/2005/8/layout/hierarchy1"/>
    <dgm:cxn modelId="{8F1D05C2-5D05-4C82-9785-2D7468D86F4C}" srcId="{8AA18608-00CD-4C95-BA3B-FC8652F9DB7D}" destId="{97A10496-0C20-464F-9F5B-11256E09A063}" srcOrd="0" destOrd="0" parTransId="{DB437BF0-53C7-4549-8CC5-439F8EB69B40}" sibTransId="{501E66FC-16EE-49EC-93BF-912E93D3909A}"/>
    <dgm:cxn modelId="{77E73B7C-BAE6-42C1-A83A-4585181F46B6}" srcId="{EC41A9D4-43A0-42F7-9559-E4DF86A978CE}" destId="{8AA18608-00CD-4C95-BA3B-FC8652F9DB7D}" srcOrd="0" destOrd="0" parTransId="{2DE38354-754F-478C-A238-2E38EF595B25}" sibTransId="{1FD009DC-80AA-4823-8B6B-B3A186B4CC6A}"/>
    <dgm:cxn modelId="{F3AE281C-D747-44EC-8D91-F2104CB73CF0}" type="presOf" srcId="{DD499701-C781-45A7-B8A8-279EE770B132}" destId="{C3AE5EBE-02D9-48F4-BDCB-407848B580ED}" srcOrd="0" destOrd="0" presId="urn:microsoft.com/office/officeart/2005/8/layout/hierarchy1"/>
    <dgm:cxn modelId="{1388B382-C8F2-4486-892E-315F080F16DE}" type="presOf" srcId="{556D3D6D-8F55-40EF-B8C7-20A3E5BD8A31}" destId="{62F698B4-91AD-4A32-92FE-515F22A1A9AF}" srcOrd="0" destOrd="0" presId="urn:microsoft.com/office/officeart/2005/8/layout/hierarchy1"/>
    <dgm:cxn modelId="{6B0F1AF2-8EB6-4F49-9E5B-806D22939DA0}" type="presOf" srcId="{EC41A9D4-43A0-42F7-9559-E4DF86A978CE}" destId="{8678A5D9-F07A-4EA7-B9BE-D8788F2E6548}" srcOrd="0" destOrd="0" presId="urn:microsoft.com/office/officeart/2005/8/layout/hierarchy1"/>
    <dgm:cxn modelId="{315B2F90-31A8-432D-A2BC-F6607645B632}" type="presParOf" srcId="{8678A5D9-F07A-4EA7-B9BE-D8788F2E6548}" destId="{DFC793AF-2337-461A-B436-03316062E948}" srcOrd="0" destOrd="0" presId="urn:microsoft.com/office/officeart/2005/8/layout/hierarchy1"/>
    <dgm:cxn modelId="{400C0B76-CCC0-4136-9498-0CCE0D342692}" type="presParOf" srcId="{DFC793AF-2337-461A-B436-03316062E948}" destId="{AB360259-0E03-43D1-AECF-FD524485E311}" srcOrd="0" destOrd="0" presId="urn:microsoft.com/office/officeart/2005/8/layout/hierarchy1"/>
    <dgm:cxn modelId="{33CC60FB-0627-40E3-8C69-9E2E71A0FDEB}" type="presParOf" srcId="{AB360259-0E03-43D1-AECF-FD524485E311}" destId="{504ADBB7-7452-4AEC-AF54-038686E0FAED}" srcOrd="0" destOrd="0" presId="urn:microsoft.com/office/officeart/2005/8/layout/hierarchy1"/>
    <dgm:cxn modelId="{ED7550FC-5140-4059-8630-F543F33A45BA}" type="presParOf" srcId="{AB360259-0E03-43D1-AECF-FD524485E311}" destId="{695507CC-8CCF-4B72-A26B-F4E82EDE509C}" srcOrd="1" destOrd="0" presId="urn:microsoft.com/office/officeart/2005/8/layout/hierarchy1"/>
    <dgm:cxn modelId="{D2D1A28F-3E2A-4880-A664-A97F93C65600}" type="presParOf" srcId="{DFC793AF-2337-461A-B436-03316062E948}" destId="{21728EDB-FF31-4E45-82C6-E39EE1858409}" srcOrd="1" destOrd="0" presId="urn:microsoft.com/office/officeart/2005/8/layout/hierarchy1"/>
    <dgm:cxn modelId="{8E061734-191A-45AB-B4F0-9969804B104C}" type="presParOf" srcId="{21728EDB-FF31-4E45-82C6-E39EE1858409}" destId="{BBF67563-7528-4905-801E-6C6D7E3A118D}" srcOrd="0" destOrd="0" presId="urn:microsoft.com/office/officeart/2005/8/layout/hierarchy1"/>
    <dgm:cxn modelId="{0A35EBF1-AA0D-43D4-AD19-5775F3B25D7D}" type="presParOf" srcId="{21728EDB-FF31-4E45-82C6-E39EE1858409}" destId="{6AA8F029-C532-4175-B7B8-DA1C9BF20B8F}" srcOrd="1" destOrd="0" presId="urn:microsoft.com/office/officeart/2005/8/layout/hierarchy1"/>
    <dgm:cxn modelId="{1B2B0A79-C35F-4911-B67C-7EFABF2AA18C}" type="presParOf" srcId="{6AA8F029-C532-4175-B7B8-DA1C9BF20B8F}" destId="{B92B5695-AF04-4C44-8D8C-44B6E83948AC}" srcOrd="0" destOrd="0" presId="urn:microsoft.com/office/officeart/2005/8/layout/hierarchy1"/>
    <dgm:cxn modelId="{1034F095-9577-4A0D-9BDF-A4ACEBD06FD3}" type="presParOf" srcId="{B92B5695-AF04-4C44-8D8C-44B6E83948AC}" destId="{E6A0C46A-58A5-4374-8F17-86008F7ECCD2}" srcOrd="0" destOrd="0" presId="urn:microsoft.com/office/officeart/2005/8/layout/hierarchy1"/>
    <dgm:cxn modelId="{DC5A9AFC-93C2-48AF-9DBC-0BCCAADCA60F}" type="presParOf" srcId="{B92B5695-AF04-4C44-8D8C-44B6E83948AC}" destId="{6B78BDC5-F522-4E1B-A65B-8F99D8287DA7}" srcOrd="1" destOrd="0" presId="urn:microsoft.com/office/officeart/2005/8/layout/hierarchy1"/>
    <dgm:cxn modelId="{FCC8E0E0-F9A6-46F4-9C3D-06FA8DE750BD}" type="presParOf" srcId="{6AA8F029-C532-4175-B7B8-DA1C9BF20B8F}" destId="{8CABBAAB-A136-48A7-B925-63B0A0F1859C}" srcOrd="1" destOrd="0" presId="urn:microsoft.com/office/officeart/2005/8/layout/hierarchy1"/>
    <dgm:cxn modelId="{60E9B013-451A-4812-8CBE-A2E7FB862748}" type="presParOf" srcId="{21728EDB-FF31-4E45-82C6-E39EE1858409}" destId="{62F698B4-91AD-4A32-92FE-515F22A1A9AF}" srcOrd="2" destOrd="0" presId="urn:microsoft.com/office/officeart/2005/8/layout/hierarchy1"/>
    <dgm:cxn modelId="{94E5B1D5-19E7-45C2-A072-F57DDE7AE610}" type="presParOf" srcId="{21728EDB-FF31-4E45-82C6-E39EE1858409}" destId="{A659B24F-59C7-44C6-9024-FA9EEE3DCB19}" srcOrd="3" destOrd="0" presId="urn:microsoft.com/office/officeart/2005/8/layout/hierarchy1"/>
    <dgm:cxn modelId="{7C817DD2-881D-474E-A26B-FA1453D4C281}" type="presParOf" srcId="{A659B24F-59C7-44C6-9024-FA9EEE3DCB19}" destId="{944CD4CA-B392-45BB-BF76-9F933334E4B0}" srcOrd="0" destOrd="0" presId="urn:microsoft.com/office/officeart/2005/8/layout/hierarchy1"/>
    <dgm:cxn modelId="{E32D3D01-A54C-4ECD-BD5B-58041C4576AF}" type="presParOf" srcId="{944CD4CA-B392-45BB-BF76-9F933334E4B0}" destId="{74458C7D-ADB0-4667-958A-2F81E50199ED}" srcOrd="0" destOrd="0" presId="urn:microsoft.com/office/officeart/2005/8/layout/hierarchy1"/>
    <dgm:cxn modelId="{101FAF75-AA77-4263-93E8-8318F0C9E3BD}" type="presParOf" srcId="{944CD4CA-B392-45BB-BF76-9F933334E4B0}" destId="{C3AE5EBE-02D9-48F4-BDCB-407848B580ED}" srcOrd="1" destOrd="0" presId="urn:microsoft.com/office/officeart/2005/8/layout/hierarchy1"/>
    <dgm:cxn modelId="{E3C6763C-1860-424A-9438-353A9E6369A0}" type="presParOf" srcId="{A659B24F-59C7-44C6-9024-FA9EEE3DCB19}" destId="{D12D8052-6DDC-4391-88E7-CC30A63E5A1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799A7409-F4F3-4E52-8AF5-BE61290F2BD4}" type="doc">
      <dgm:prSet loTypeId="urn:microsoft.com/office/officeart/2005/8/layout/hList1" loCatId="list" qsTypeId="urn:microsoft.com/office/officeart/2005/8/quickstyle/3d1" qsCatId="3D" csTypeId="urn:microsoft.com/office/officeart/2005/8/colors/colorful1#51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0655BA3D-0454-4B52-9193-1F2D832195E3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/>
            <a:t>Профессия </a:t>
          </a:r>
          <a:endParaRPr lang="ru-RU" sz="2400"/>
        </a:p>
      </dgm:t>
    </dgm:pt>
    <dgm:pt modelId="{4EB06D26-21A4-46E2-8DFF-C3A4B78DF151}" type="parTrans" cxnId="{EAF54DE4-B9AB-4A0D-AF17-85CA38BD2C3C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9362907A-55E7-4230-AB39-9E1C3E791AFA}" type="sibTrans" cxnId="{EAF54DE4-B9AB-4A0D-AF17-85CA38BD2C3C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083DE7D4-76F3-4E60-83B8-1DA25978D9D4}">
      <dgm:prSet phldrT="[Текст]" custT="1"/>
      <dgm:spPr bwMode="auto"/>
      <dgm:t>
        <a:bodyPr/>
        <a:lstStyle/>
        <a:p>
          <a:pPr>
            <a:defRPr/>
          </a:pPr>
          <a:r>
            <a:rPr lang="ru-RU" sz="2000"/>
            <a:t>особый вид трудовой деятельности, требующий определенных теоретических знаний и практических навыков</a:t>
          </a:r>
          <a:endParaRPr lang="ru-RU" sz="2000"/>
        </a:p>
      </dgm:t>
    </dgm:pt>
    <dgm:pt modelId="{0244FDCA-8830-4A01-BE18-2E19204CB2F0}" type="parTrans" cxnId="{BD81BB04-45C6-48EE-BD2F-7FB326AEADDD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B0C951B4-A2F1-424B-8D19-ED5DC2D278C3}" type="sibTrans" cxnId="{BD81BB04-45C6-48EE-BD2F-7FB326AEADDD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BD81D977-E691-4CB5-AEA3-27AADD6BC129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/>
            <a:t>Специальность </a:t>
          </a:r>
          <a:endParaRPr lang="ru-RU" sz="2400"/>
        </a:p>
      </dgm:t>
    </dgm:pt>
    <dgm:pt modelId="{5B0261C9-9E1A-4D65-8E78-41CAD763EB23}" type="parTrans" cxnId="{AE6EDE21-F4EE-417D-B1DF-A0F5FE531A41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917F5F29-E90F-42C4-B74C-8EBBBEB6409D}" type="sibTrans" cxnId="{AE6EDE21-F4EE-417D-B1DF-A0F5FE531A41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612DAE1A-65C1-4282-89DA-3C7C4A5213F4}">
      <dgm:prSet phldrT="[Текст]" custT="1"/>
      <dgm:spPr bwMode="auto"/>
      <dgm:t>
        <a:bodyPr/>
        <a:lstStyle/>
        <a:p>
          <a:pPr>
            <a:defRPr/>
          </a:pPr>
          <a:r>
            <a:rPr lang="ru-RU" sz="2000"/>
            <a:t>вид деятельности в пределах профессии, который имеет специфические особенности и требует от работников дополнительных специальных знаний и навыков</a:t>
          </a:r>
          <a:endParaRPr lang="ru-RU" sz="2000"/>
        </a:p>
      </dgm:t>
    </dgm:pt>
    <dgm:pt modelId="{507D2153-6621-4123-B9A8-139CD8CE2546}" type="parTrans" cxnId="{36146EE6-2FD5-4C07-B148-47F627DF3245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F2C007DA-C5FE-48EF-904A-B35663943A1B}" type="sibTrans" cxnId="{36146EE6-2FD5-4C07-B148-47F627DF3245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831ACA00-DCA2-4176-ABC9-16236C767912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/>
            <a:t>Уровень квалификации</a:t>
          </a:r>
          <a:endParaRPr lang="ru-RU" sz="2400"/>
        </a:p>
      </dgm:t>
    </dgm:pt>
    <dgm:pt modelId="{51892373-69EE-4698-AFCF-E55775450DE3}" type="parTrans" cxnId="{ED66BA07-BBB1-4DAE-8A4E-354816F527C7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4E6106F9-B438-49A7-9217-27DCC4845038}" type="sibTrans" cxnId="{ED66BA07-BBB1-4DAE-8A4E-354816F527C7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8AE16D94-C3BF-4ABF-93D1-EB59CD0CF2B4}">
      <dgm:prSet phldrT="[Текст]" custT="1"/>
      <dgm:spPr bwMode="auto"/>
      <dgm:t>
        <a:bodyPr/>
        <a:lstStyle/>
        <a:p>
          <a:pPr>
            <a:defRPr/>
          </a:pPr>
          <a:r>
            <a:rPr lang="ru-RU" sz="2000"/>
            <a:t>степень овладения работниками той или иной профессией или специальностью, которая отражается в квалификационных разрядах и категориях (национальная рамка квалификаций)</a:t>
          </a:r>
          <a:endParaRPr lang="ru-RU" sz="2000"/>
        </a:p>
      </dgm:t>
    </dgm:pt>
    <dgm:pt modelId="{31827FCF-DA18-4507-99BF-AB8B058B4481}" type="parTrans" cxnId="{765C6F52-7D1B-4C58-9AD8-B079DB3DDAC4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4C4906EB-D645-419B-8C5C-351F3334C516}" type="sibTrans" cxnId="{765C6F52-7D1B-4C58-9AD8-B079DB3DDAC4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0C77EBA7-E210-4F31-9476-38A6D5D4075F}" type="pres">
      <dgm:prSet presAssocID="{799A7409-F4F3-4E52-8AF5-BE61290F2BD4}" presName="Name0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B231DEF-17D7-4F15-9D9E-99888146AC81}" type="pres">
      <dgm:prSet presAssocID="{0655BA3D-0454-4B52-9193-1F2D832195E3}" presName="composit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4083EC0F-AD22-4701-BABB-157DD8C0524A}" type="pres">
      <dgm:prSet presAssocID="{0655BA3D-0454-4B52-9193-1F2D832195E3}" presName="parTx" presStyleLbl="alignNode1" presStyleIdx="0" presStyleCnt="3">
        <dgm:presLayoutVars>
          <dgm:chMax val="0"/>
          <dgm:chPref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8BC03A6-DAEB-4EB3-AC1C-701D1362F177}" type="pres">
      <dgm:prSet presAssocID="{0655BA3D-0454-4B52-9193-1F2D832195E3}" presName="desTx" presStyleLbl="alignAccFollowNode1" presStyleIdx="0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94683AE-152A-42C7-B9E1-2A96BFACE76E}" type="pres">
      <dgm:prSet presAssocID="{9362907A-55E7-4230-AB39-9E1C3E791AFA}" presName="spac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89AA31D4-E89E-40E0-B7E9-3F48C67B7F09}" type="pres">
      <dgm:prSet presAssocID="{BD81D977-E691-4CB5-AEA3-27AADD6BC129}" presName="composit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9029E604-35CF-4E01-9BE2-3DBB5771EE93}" type="pres">
      <dgm:prSet presAssocID="{BD81D977-E691-4CB5-AEA3-27AADD6BC129}" presName="parTx" presStyleLbl="alignNode1" presStyleIdx="1" presStyleCnt="3">
        <dgm:presLayoutVars>
          <dgm:chMax val="0"/>
          <dgm:chPref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C2F9BC5-318B-4A2C-8D08-FED97ED2C660}" type="pres">
      <dgm:prSet presAssocID="{BD81D977-E691-4CB5-AEA3-27AADD6BC129}" presName="desTx" presStyleLbl="alignAccFollowNode1" presStyleIdx="1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4DD18614-9FD4-4944-805F-EEF76ACEB489}" type="pres">
      <dgm:prSet presAssocID="{917F5F29-E90F-42C4-B74C-8EBBBEB6409D}" presName="spac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43BFDC4E-A48E-4D7F-A759-9A26F874236C}" type="pres">
      <dgm:prSet presAssocID="{831ACA00-DCA2-4176-ABC9-16236C767912}" presName="composit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45DCF096-5238-4A58-9A52-6A34B9F1EDAB}" type="pres">
      <dgm:prSet presAssocID="{831ACA00-DCA2-4176-ABC9-16236C767912}" presName="parTx" presStyleLbl="alignNode1" presStyleIdx="2" presStyleCnt="3">
        <dgm:presLayoutVars>
          <dgm:chMax val="0"/>
          <dgm:chPref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2C9730A-17BF-4161-861F-E6DDF68EF412}" type="pres">
      <dgm:prSet presAssocID="{831ACA00-DCA2-4176-ABC9-16236C767912}" presName="desTx" presStyleLbl="alignAccFollowNode1" presStyleIdx="2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EAF54DE4-B9AB-4A0D-AF17-85CA38BD2C3C}" srcId="{799A7409-F4F3-4E52-8AF5-BE61290F2BD4}" destId="{0655BA3D-0454-4B52-9193-1F2D832195E3}" srcOrd="0" destOrd="0" parTransId="{4EB06D26-21A4-46E2-8DFF-C3A4B78DF151}" sibTransId="{9362907A-55E7-4230-AB39-9E1C3E791AFA}"/>
    <dgm:cxn modelId="{DB99BF6B-10B9-44B0-AF69-01390F44181C}" type="presOf" srcId="{8AE16D94-C3BF-4ABF-93D1-EB59CD0CF2B4}" destId="{82C9730A-17BF-4161-861F-E6DDF68EF412}" srcOrd="0" destOrd="0" presId="urn:microsoft.com/office/officeart/2005/8/layout/hList1"/>
    <dgm:cxn modelId="{5B4E7F76-3898-42BA-9517-A1D8A278D593}" type="presOf" srcId="{612DAE1A-65C1-4282-89DA-3C7C4A5213F4}" destId="{8C2F9BC5-318B-4A2C-8D08-FED97ED2C660}" srcOrd="0" destOrd="0" presId="urn:microsoft.com/office/officeart/2005/8/layout/hList1"/>
    <dgm:cxn modelId="{641D88ED-A814-4083-8CB4-9A1D5946F206}" type="presOf" srcId="{083DE7D4-76F3-4E60-83B8-1DA25978D9D4}" destId="{68BC03A6-DAEB-4EB3-AC1C-701D1362F177}" srcOrd="0" destOrd="0" presId="urn:microsoft.com/office/officeart/2005/8/layout/hList1"/>
    <dgm:cxn modelId="{765C6F52-7D1B-4C58-9AD8-B079DB3DDAC4}" srcId="{831ACA00-DCA2-4176-ABC9-16236C767912}" destId="{8AE16D94-C3BF-4ABF-93D1-EB59CD0CF2B4}" srcOrd="0" destOrd="0" parTransId="{31827FCF-DA18-4507-99BF-AB8B058B4481}" sibTransId="{4C4906EB-D645-419B-8C5C-351F3334C516}"/>
    <dgm:cxn modelId="{621C609B-FDEB-4039-81BB-ED5A478936AD}" type="presOf" srcId="{0655BA3D-0454-4B52-9193-1F2D832195E3}" destId="{4083EC0F-AD22-4701-BABB-157DD8C0524A}" srcOrd="0" destOrd="0" presId="urn:microsoft.com/office/officeart/2005/8/layout/hList1"/>
    <dgm:cxn modelId="{36146EE6-2FD5-4C07-B148-47F627DF3245}" srcId="{BD81D977-E691-4CB5-AEA3-27AADD6BC129}" destId="{612DAE1A-65C1-4282-89DA-3C7C4A5213F4}" srcOrd="0" destOrd="0" parTransId="{507D2153-6621-4123-B9A8-139CD8CE2546}" sibTransId="{F2C007DA-C5FE-48EF-904A-B35663943A1B}"/>
    <dgm:cxn modelId="{ED66BA07-BBB1-4DAE-8A4E-354816F527C7}" srcId="{799A7409-F4F3-4E52-8AF5-BE61290F2BD4}" destId="{831ACA00-DCA2-4176-ABC9-16236C767912}" srcOrd="2" destOrd="0" parTransId="{51892373-69EE-4698-AFCF-E55775450DE3}" sibTransId="{4E6106F9-B438-49A7-9217-27DCC4845038}"/>
    <dgm:cxn modelId="{AE6EDE21-F4EE-417D-B1DF-A0F5FE531A41}" srcId="{799A7409-F4F3-4E52-8AF5-BE61290F2BD4}" destId="{BD81D977-E691-4CB5-AEA3-27AADD6BC129}" srcOrd="1" destOrd="0" parTransId="{5B0261C9-9E1A-4D65-8E78-41CAD763EB23}" sibTransId="{917F5F29-E90F-42C4-B74C-8EBBBEB6409D}"/>
    <dgm:cxn modelId="{BD81BB04-45C6-48EE-BD2F-7FB326AEADDD}" srcId="{0655BA3D-0454-4B52-9193-1F2D832195E3}" destId="{083DE7D4-76F3-4E60-83B8-1DA25978D9D4}" srcOrd="0" destOrd="0" parTransId="{0244FDCA-8830-4A01-BE18-2E19204CB2F0}" sibTransId="{B0C951B4-A2F1-424B-8D19-ED5DC2D278C3}"/>
    <dgm:cxn modelId="{15BFC3CE-0A8E-49DC-9BB9-F49D8D9392F2}" type="presOf" srcId="{831ACA00-DCA2-4176-ABC9-16236C767912}" destId="{45DCF096-5238-4A58-9A52-6A34B9F1EDAB}" srcOrd="0" destOrd="0" presId="urn:microsoft.com/office/officeart/2005/8/layout/hList1"/>
    <dgm:cxn modelId="{89CBFF45-EB75-4AD9-8082-B23E3488D2CD}" type="presOf" srcId="{BD81D977-E691-4CB5-AEA3-27AADD6BC129}" destId="{9029E604-35CF-4E01-9BE2-3DBB5771EE93}" srcOrd="0" destOrd="0" presId="urn:microsoft.com/office/officeart/2005/8/layout/hList1"/>
    <dgm:cxn modelId="{35B6A067-15DB-4A5C-8FB7-2FA2A63BBA4B}" type="presOf" srcId="{799A7409-F4F3-4E52-8AF5-BE61290F2BD4}" destId="{0C77EBA7-E210-4F31-9476-38A6D5D4075F}" srcOrd="0" destOrd="0" presId="urn:microsoft.com/office/officeart/2005/8/layout/hList1"/>
    <dgm:cxn modelId="{10A31E20-9407-4E3A-B0D6-3FA727443B27}" type="presParOf" srcId="{0C77EBA7-E210-4F31-9476-38A6D5D4075F}" destId="{2B231DEF-17D7-4F15-9D9E-99888146AC81}" srcOrd="0" destOrd="0" presId="urn:microsoft.com/office/officeart/2005/8/layout/hList1"/>
    <dgm:cxn modelId="{41F49ABC-3D43-4849-8070-F52C1FE550EB}" type="presParOf" srcId="{2B231DEF-17D7-4F15-9D9E-99888146AC81}" destId="{4083EC0F-AD22-4701-BABB-157DD8C0524A}" srcOrd="0" destOrd="0" presId="urn:microsoft.com/office/officeart/2005/8/layout/hList1"/>
    <dgm:cxn modelId="{530DF248-8B80-40C2-AF1D-FA4830F46345}" type="presParOf" srcId="{2B231DEF-17D7-4F15-9D9E-99888146AC81}" destId="{68BC03A6-DAEB-4EB3-AC1C-701D1362F177}" srcOrd="1" destOrd="0" presId="urn:microsoft.com/office/officeart/2005/8/layout/hList1"/>
    <dgm:cxn modelId="{BB814B38-A93F-49EA-85F9-13B74CA16233}" type="presParOf" srcId="{0C77EBA7-E210-4F31-9476-38A6D5D4075F}" destId="{394683AE-152A-42C7-B9E1-2A96BFACE76E}" srcOrd="1" destOrd="0" presId="urn:microsoft.com/office/officeart/2005/8/layout/hList1"/>
    <dgm:cxn modelId="{764B1792-4930-4F8F-97EE-3605F95B7660}" type="presParOf" srcId="{0C77EBA7-E210-4F31-9476-38A6D5D4075F}" destId="{89AA31D4-E89E-40E0-B7E9-3F48C67B7F09}" srcOrd="2" destOrd="0" presId="urn:microsoft.com/office/officeart/2005/8/layout/hList1"/>
    <dgm:cxn modelId="{51550128-9FC5-48C9-8E0F-C922E3E6FA6F}" type="presParOf" srcId="{89AA31D4-E89E-40E0-B7E9-3F48C67B7F09}" destId="{9029E604-35CF-4E01-9BE2-3DBB5771EE93}" srcOrd="0" destOrd="0" presId="urn:microsoft.com/office/officeart/2005/8/layout/hList1"/>
    <dgm:cxn modelId="{A2AF8B82-8023-4867-B249-B998685B45C3}" type="presParOf" srcId="{89AA31D4-E89E-40E0-B7E9-3F48C67B7F09}" destId="{8C2F9BC5-318B-4A2C-8D08-FED97ED2C660}" srcOrd="1" destOrd="0" presId="urn:microsoft.com/office/officeart/2005/8/layout/hList1"/>
    <dgm:cxn modelId="{1CC33FAF-A79A-478C-96DF-6C06CAA57A27}" type="presParOf" srcId="{0C77EBA7-E210-4F31-9476-38A6D5D4075F}" destId="{4DD18614-9FD4-4944-805F-EEF76ACEB489}" srcOrd="3" destOrd="0" presId="urn:microsoft.com/office/officeart/2005/8/layout/hList1"/>
    <dgm:cxn modelId="{C3BBD34C-61E5-4C0A-B29D-A71E0FFE1786}" type="presParOf" srcId="{0C77EBA7-E210-4F31-9476-38A6D5D4075F}" destId="{43BFDC4E-A48E-4D7F-A759-9A26F874236C}" srcOrd="4" destOrd="0" presId="urn:microsoft.com/office/officeart/2005/8/layout/hList1"/>
    <dgm:cxn modelId="{747018AD-5AEB-41EC-9688-EB916F7A587B}" type="presParOf" srcId="{43BFDC4E-A48E-4D7F-A759-9A26F874236C}" destId="{45DCF096-5238-4A58-9A52-6A34B9F1EDAB}" srcOrd="0" destOrd="0" presId="urn:microsoft.com/office/officeart/2005/8/layout/hList1"/>
    <dgm:cxn modelId="{6E666889-1FC5-4741-9A64-C3677F5F7461}" type="presParOf" srcId="{43BFDC4E-A48E-4D7F-A759-9A26F874236C}" destId="{82C9730A-17BF-4161-861F-E6DDF68EF41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698DED46-9565-4AEC-A881-2C6ED5D1553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317D16D-4889-429C-84CE-FF188EED2331}">
      <dgm:prSet phldrT="[Текст]"/>
      <dgm:spPr bwMode="auto"/>
      <dgm:t>
        <a:bodyPr/>
        <a:lstStyle/>
        <a:p>
          <a:pPr>
            <a:defRPr/>
          </a:pPr>
          <a:r>
            <a:rPr lang="ru-RU" b="1">
              <a:latin typeface="Times New Roman"/>
              <a:cs typeface="Times New Roman"/>
            </a:rPr>
            <a:t>За месяц </a:t>
          </a:r>
          <a:endParaRPr lang="ru-RU" b="1">
            <a:latin typeface="Times New Roman"/>
            <a:cs typeface="Times New Roman"/>
          </a:endParaRPr>
        </a:p>
      </dgm:t>
    </dgm:pt>
    <dgm:pt modelId="{C8C2A8EE-09DB-4B79-B2F3-41D2878E4138}" type="parTrans" cxnId="{40FEAEA9-596B-43D3-88AC-430104D9FDF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EDC8A3B-9BE5-45F9-9A76-30965A9D7761}" type="sibTrans" cxnId="{40FEAEA9-596B-43D3-88AC-430104D9FDF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21A4014-EDF7-4503-A57A-3BF56FF62E40}">
      <dgm:prSet phldrT="[Текст]"/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определяется путем суммирования численности работников списочного состава за каждый календарный день месяца, включая праздничные и выходные дни, и деления полученной суммы на количество календарных дней месяца</a:t>
          </a:r>
          <a:endParaRPr lang="ru-RU">
            <a:latin typeface="Times New Roman"/>
            <a:cs typeface="Times New Roman"/>
          </a:endParaRPr>
        </a:p>
      </dgm:t>
    </dgm:pt>
    <dgm:pt modelId="{114BC120-C0EB-434C-8A12-5491F6BA275E}" type="parTrans" cxnId="{52EB3824-4BBC-4B55-B806-29676457243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D5ED2CC-C263-4991-938C-3860F9546BFD}" type="sibTrans" cxnId="{52EB3824-4BBC-4B55-B806-29676457243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8BA7A3E-4726-4D46-9C70-1C34DFF5407C}">
      <dgm:prSet phldrT="[Текст]"/>
      <dgm:spPr bwMode="auto"/>
      <dgm:t>
        <a:bodyPr/>
        <a:lstStyle/>
        <a:p>
          <a:pPr>
            <a:defRPr/>
          </a:pPr>
          <a:r>
            <a:rPr lang="ru-RU" b="1">
              <a:latin typeface="Times New Roman"/>
              <a:cs typeface="Times New Roman"/>
            </a:rPr>
            <a:t>За квартал (год) </a:t>
          </a:r>
          <a:endParaRPr lang="ru-RU" b="1">
            <a:latin typeface="Times New Roman"/>
            <a:cs typeface="Times New Roman"/>
          </a:endParaRPr>
        </a:p>
      </dgm:t>
    </dgm:pt>
    <dgm:pt modelId="{17CFFBC4-C448-4AD6-8BAA-AA8315465033}" type="parTrans" cxnId="{23083F71-ED59-4344-B34A-757C6C271B5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BE31CEE-FCDD-40C7-BAB0-DC14D49DECC3}" type="sibTrans" cxnId="{23083F71-ED59-4344-B34A-757C6C271B56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B1808CE-1C72-47ED-8C4E-2E370C38DFE2}">
      <dgm:prSet phldrT="[Текст]"/>
      <dgm:spPr bwMode="auto"/>
      <dgm:t>
        <a:bodyPr/>
        <a:lstStyle/>
        <a:p>
          <a:pPr marL="269875" marR="0" indent="-269875" defTabSz="91440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defRPr/>
          </a:pPr>
          <a:r>
            <a:rPr lang="ru-RU">
              <a:latin typeface="Times New Roman"/>
              <a:cs typeface="Times New Roman"/>
            </a:rPr>
            <a:t>определяется путем суммирования среднесписочной численности работников за все месяцы работы организации в квартале (году) и деления полученной суммы на 3 (12).</a:t>
          </a:r>
          <a:endParaRPr/>
        </a:p>
        <a:p>
          <a:pPr marL="228600" indent="0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endParaRPr lang="ru-RU"/>
        </a:p>
      </dgm:t>
    </dgm:pt>
    <dgm:pt modelId="{A47E1E4B-8239-4625-BD14-0478BCD25E06}" type="parTrans" cxnId="{4EB7DEB1-42E6-40B5-B335-83E375A452DF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A77C9A8-4F72-4098-B4F5-D8B6E675E1DD}" type="sibTrans" cxnId="{4EB7DEB1-42E6-40B5-B335-83E375A452DF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72A54E5-49C2-461D-BF22-F6077B19D7AD}" type="pres">
      <dgm:prSet presAssocID="{698DED46-9565-4AEC-A881-2C6ED5D1553F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0AC9296-6470-4097-89BD-37A3DF403B38}" type="pres">
      <dgm:prSet custLinFactNeighborX="-1181" custLinFactNeighborY="873" presAssocID="{B317D16D-4889-429C-84CE-FF188EED2331}" presName="parentText" presStyleLbl="node1" presStyleIdx="0" presStyleCnt="2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47C60234-5752-4150-B6D3-D739B9F60D19}" type="pres">
      <dgm:prSet presAssocID="{B317D16D-4889-429C-84CE-FF188EED2331}" presName="childText" presStyleLbl="revTx" presStyleIdx="0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B0CE1F1-FB26-4705-A266-E38BCF7C2744}" type="pres">
      <dgm:prSet custLinFactNeighborX="-870" custLinFactNeighborY="-1802" presAssocID="{38BA7A3E-4726-4D46-9C70-1C34DFF5407C}" presName="parentText" presStyleLbl="node1" presStyleIdx="1" presStyleCnt="2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F6E538A-093F-43D3-8C34-E94506E48201}" type="pres">
      <dgm:prSet presAssocID="{38BA7A3E-4726-4D46-9C70-1C34DFF5407C}" presName="childText" presStyleLbl="revTx" presStyleIdx="1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23083F71-ED59-4344-B34A-757C6C271B56}" srcId="{698DED46-9565-4AEC-A881-2C6ED5D1553F}" destId="{38BA7A3E-4726-4D46-9C70-1C34DFF5407C}" srcOrd="1" destOrd="0" parTransId="{17CFFBC4-C448-4AD6-8BAA-AA8315465033}" sibTransId="{3BE31CEE-FCDD-40C7-BAB0-DC14D49DECC3}"/>
    <dgm:cxn modelId="{26CD36BF-DE6E-4E1C-8E5C-767E9779277D}" type="presOf" srcId="{B317D16D-4889-429C-84CE-FF188EED2331}" destId="{60AC9296-6470-4097-89BD-37A3DF403B38}" srcOrd="0" destOrd="0" presId="urn:microsoft.com/office/officeart/2005/8/layout/vList2"/>
    <dgm:cxn modelId="{EF6BA516-8C21-4F9D-9E8A-F04EE758CFF8}" type="presOf" srcId="{38BA7A3E-4726-4D46-9C70-1C34DFF5407C}" destId="{1B0CE1F1-FB26-4705-A266-E38BCF7C2744}" srcOrd="0" destOrd="0" presId="urn:microsoft.com/office/officeart/2005/8/layout/vList2"/>
    <dgm:cxn modelId="{4EB7DEB1-42E6-40B5-B335-83E375A452DF}" srcId="{38BA7A3E-4726-4D46-9C70-1C34DFF5407C}" destId="{EB1808CE-1C72-47ED-8C4E-2E370C38DFE2}" srcOrd="0" destOrd="0" parTransId="{A47E1E4B-8239-4625-BD14-0478BCD25E06}" sibTransId="{7A77C9A8-4F72-4098-B4F5-D8B6E675E1DD}"/>
    <dgm:cxn modelId="{F8B419FE-21FB-4DCE-9E31-604085796C54}" type="presOf" srcId="{EB1808CE-1C72-47ED-8C4E-2E370C38DFE2}" destId="{2F6E538A-093F-43D3-8C34-E94506E48201}" srcOrd="0" destOrd="0" presId="urn:microsoft.com/office/officeart/2005/8/layout/vList2"/>
    <dgm:cxn modelId="{52EB3824-4BBC-4B55-B806-296764572434}" srcId="{B317D16D-4889-429C-84CE-FF188EED2331}" destId="{321A4014-EDF7-4503-A57A-3BF56FF62E40}" srcOrd="0" destOrd="0" parTransId="{114BC120-C0EB-434C-8A12-5491F6BA275E}" sibTransId="{BD5ED2CC-C263-4991-938C-3860F9546BFD}"/>
    <dgm:cxn modelId="{EEFA8915-5562-4CA6-BB76-F9C3FC9C7926}" type="presOf" srcId="{698DED46-9565-4AEC-A881-2C6ED5D1553F}" destId="{972A54E5-49C2-461D-BF22-F6077B19D7AD}" srcOrd="0" destOrd="0" presId="urn:microsoft.com/office/officeart/2005/8/layout/vList2"/>
    <dgm:cxn modelId="{40FEAEA9-596B-43D3-88AC-430104D9FDF7}" srcId="{698DED46-9565-4AEC-A881-2C6ED5D1553F}" destId="{B317D16D-4889-429C-84CE-FF188EED2331}" srcOrd="0" destOrd="0" parTransId="{C8C2A8EE-09DB-4B79-B2F3-41D2878E4138}" sibTransId="{6EDC8A3B-9BE5-45F9-9A76-30965A9D7761}"/>
    <dgm:cxn modelId="{981CD362-81A0-47B6-9ED4-78C4A6B85054}" type="presOf" srcId="{321A4014-EDF7-4503-A57A-3BF56FF62E40}" destId="{47C60234-5752-4150-B6D3-D739B9F60D19}" srcOrd="0" destOrd="0" presId="urn:microsoft.com/office/officeart/2005/8/layout/vList2"/>
    <dgm:cxn modelId="{10907755-D814-4D07-BD35-C17D95C4DBF0}" type="presParOf" srcId="{972A54E5-49C2-461D-BF22-F6077B19D7AD}" destId="{60AC9296-6470-4097-89BD-37A3DF403B38}" srcOrd="0" destOrd="0" presId="urn:microsoft.com/office/officeart/2005/8/layout/vList2"/>
    <dgm:cxn modelId="{ECCD783B-8F6E-45C6-9C39-0962F0512FC8}" type="presParOf" srcId="{972A54E5-49C2-461D-BF22-F6077B19D7AD}" destId="{47C60234-5752-4150-B6D3-D739B9F60D19}" srcOrd="1" destOrd="0" presId="urn:microsoft.com/office/officeart/2005/8/layout/vList2"/>
    <dgm:cxn modelId="{64B724DC-A9BB-44F5-AE9B-4A56B4BDC01A}" type="presParOf" srcId="{972A54E5-49C2-461D-BF22-F6077B19D7AD}" destId="{1B0CE1F1-FB26-4705-A266-E38BCF7C2744}" srcOrd="2" destOrd="0" presId="urn:microsoft.com/office/officeart/2005/8/layout/vList2"/>
    <dgm:cxn modelId="{1C23A3FC-FC36-40B1-8511-1B809CEDAB71}" type="presParOf" srcId="{972A54E5-49C2-461D-BF22-F6077B19D7AD}" destId="{2F6E538A-093F-43D3-8C34-E94506E4820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C8617B9-B025-49C8-A252-7A7AA4CB2315}" type="doc">
      <dgm:prSet loTypeId="urn:microsoft.com/office/officeart/2005/8/layout/vList2" loCatId="list" qsTypeId="urn:microsoft.com/office/officeart/2005/8/quickstyle/3d3" qsCatId="3D" csTypeId="urn:microsoft.com/office/officeart/2005/8/colors/colorful3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DDBDB553-33E4-404A-8291-270BDBC90DC8}">
      <dgm:prSet phldrT="[Текст]"/>
      <dgm:spPr bwMode="auto"/>
      <dgm:t>
        <a:bodyPr/>
        <a:lstStyle/>
        <a:p>
          <a:pPr>
            <a:defRPr/>
          </a:pPr>
          <a:r>
            <a:rPr lang="ru-RU" b="1"/>
            <a:t>Оборот кадров</a:t>
          </a:r>
          <a:endParaRPr lang="ru-RU" b="1"/>
        </a:p>
      </dgm:t>
    </dgm:pt>
    <dgm:pt modelId="{F61D42B0-8FB7-4648-940D-A888BAFFCFE9}" type="parTrans" cxnId="{3E4B8A99-0CF4-4145-9799-6D15C9CB6DB8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D353DDA-0762-4CAD-88C5-4FDC25DA0513}" type="sibTrans" cxnId="{3E4B8A99-0CF4-4145-9799-6D15C9CB6DB8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89C9E91-5E4C-46AA-829D-D6E0ECBE6120}">
      <dgm:prSet phldrT="[Текст]"/>
      <dgm:spPr bwMode="auto"/>
      <dgm:t>
        <a:bodyPr/>
        <a:lstStyle/>
        <a:p>
          <a:pPr>
            <a:defRPr/>
          </a:pPr>
          <a:r>
            <a:rPr lang="ru-RU" b="1"/>
            <a:t>Оборот по выбытию кадров</a:t>
          </a:r>
          <a:endParaRPr lang="ru-RU" b="1"/>
        </a:p>
      </dgm:t>
    </dgm:pt>
    <dgm:pt modelId="{B3731754-DBA3-459A-AB94-D5D2A86ABB34}" type="parTrans" cxnId="{C1964DCE-3A4E-4CF7-9DD6-33151E9C9A9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38DBD54-2D03-42E7-AB9D-8FB9AB5D18C6}" type="sibTrans" cxnId="{C1964DCE-3A4E-4CF7-9DD6-33151E9C9A9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CC8A129-C869-42A1-AE15-E66F36A0D2C3}">
      <dgm:prSet phldrT="[Текст]"/>
      <dgm:spPr bwMode="auto"/>
      <dgm:t>
        <a:bodyPr/>
        <a:lstStyle/>
        <a:p>
          <a:pPr algn="ctr">
            <a:defRPr/>
          </a:pPr>
          <a:r>
            <a:rPr lang="ru-RU" b="1"/>
            <a:t>Овыб = Чвыб : ССЧ</a:t>
          </a:r>
          <a:endParaRPr lang="ru-RU" b="1"/>
        </a:p>
      </dgm:t>
    </dgm:pt>
    <dgm:pt modelId="{E6115F2B-CB97-43A3-B35F-BD5149551909}" type="parTrans" cxnId="{CD2F1A2F-D19A-4E7E-A721-17074DD3582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3CC2C48-B19A-4C95-B90F-45B9E155E25C}" type="sibTrans" cxnId="{CD2F1A2F-D19A-4E7E-A721-17074DD3582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38D3BEC-A5D0-4389-BC6D-CD2A9D641752}">
      <dgm:prSet phldrT=""/>
      <dgm:spPr bwMode="auto"/>
      <dgm:t>
        <a:bodyPr/>
        <a:lstStyle/>
        <a:p>
          <a:pPr>
            <a:defRPr/>
          </a:pPr>
          <a:r>
            <a:rPr lang="ru-RU" b="1"/>
            <a:t>Оборот по приему кадров</a:t>
          </a:r>
          <a:endParaRPr lang="ru-RU" b="1"/>
        </a:p>
      </dgm:t>
    </dgm:pt>
    <dgm:pt modelId="{B2542BD2-171A-493D-A2D3-BA8B9038BE6C}" type="parTrans" cxnId="{A4B42000-2CD2-4F4C-A34E-B291433063A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F1F9558-EE2D-457B-83BD-BAB9E3CB2083}" type="sibTrans" cxnId="{A4B42000-2CD2-4F4C-A34E-B291433063A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7878966-F9CA-4ED6-8550-0B0562F94EC7}">
      <dgm:prSet phldrT="[Текст]"/>
      <dgm:spPr bwMode="auto"/>
      <dgm:t>
        <a:bodyPr/>
        <a:lstStyle/>
        <a:p>
          <a:pPr algn="ctr">
            <a:defRPr/>
          </a:pPr>
          <a:r>
            <a:rPr lang="ru-RU" b="1"/>
            <a:t>О кадров = (Чприн + Чвыб) : ССЧ</a:t>
          </a:r>
          <a:endParaRPr lang="ru-RU" b="1"/>
        </a:p>
      </dgm:t>
    </dgm:pt>
    <dgm:pt modelId="{02F27448-6656-409D-8904-45908B6DD8BB}" type="parTrans" cxnId="{6AEED4D3-5302-49B9-A30B-08215FB862B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06656FD-F632-41F7-9413-CD673985AA92}" type="sibTrans" cxnId="{6AEED4D3-5302-49B9-A30B-08215FB862B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90B990C-08AE-410C-B3F3-9C57EE1379A0}">
      <dgm:prSet phldrT=""/>
      <dgm:spPr bwMode="auto"/>
      <dgm:t>
        <a:bodyPr/>
        <a:lstStyle/>
        <a:p>
          <a:pPr algn="ctr">
            <a:defRPr/>
          </a:pPr>
          <a:r>
            <a:rPr lang="ru-RU" b="1"/>
            <a:t>Оприем = Чприн : ССЧ</a:t>
          </a:r>
          <a:endParaRPr lang="ru-RU" b="1"/>
        </a:p>
      </dgm:t>
    </dgm:pt>
    <dgm:pt modelId="{EDD26C83-E687-4515-BD0B-90C92AFAB63F}" type="parTrans" cxnId="{738DB7AB-0DBA-4723-AB2E-429B91D7EE5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DAF3F61-952F-403F-AB02-947091B24E92}" type="sibTrans" cxnId="{738DB7AB-0DBA-4723-AB2E-429B91D7EE5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DA0A1E4-F6D8-4CAD-8346-A97220186A20}">
      <dgm:prSet phldrT="[Текст]"/>
      <dgm:spPr bwMode="auto"/>
      <dgm:t>
        <a:bodyPr/>
        <a:lstStyle/>
        <a:p>
          <a:pPr algn="l">
            <a:defRPr/>
          </a:pPr>
          <a:r>
            <a:rPr lang="ru-RU"/>
            <a:t>где </a:t>
          </a:r>
          <a:r>
            <a:rPr lang="ru-RU"/>
            <a:t>Чприн</a:t>
          </a:r>
          <a:r>
            <a:rPr lang="ru-RU"/>
            <a:t> – численность принятых в течение года работников</a:t>
          </a:r>
          <a:endParaRPr lang="ru-RU"/>
        </a:p>
      </dgm:t>
    </dgm:pt>
    <dgm:pt modelId="{3853939E-1FA8-4FDC-A08A-B34F2B889F83}" type="sibTrans" cxnId="{3ED5510B-80F1-42D3-AD47-E80B6A660C5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9118659-AE88-455F-8AC7-7FC0A84A4448}" type="parTrans" cxnId="{3ED5510B-80F1-42D3-AD47-E80B6A660C5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8727AC8-2EDE-43A8-9718-D304F5045177}">
      <dgm:prSet phldrT=""/>
      <dgm:spPr bwMode="auto"/>
      <dgm:t>
        <a:bodyPr/>
        <a:lstStyle/>
        <a:p>
          <a:pPr algn="l">
            <a:defRPr/>
          </a:pPr>
          <a:r>
            <a:rPr lang="ru-RU"/>
            <a:t>ССЧ – среднесписочная численность работников</a:t>
          </a:r>
          <a:endParaRPr lang="ru-RU"/>
        </a:p>
      </dgm:t>
    </dgm:pt>
    <dgm:pt modelId="{CADE9D45-E317-4852-90D9-D2D3FCF747BF}" type="parTrans" cxnId="{41AC9379-8467-4BA4-B400-C742A7433BCE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8E804C0-7222-44CC-9712-B81E44AF6533}" type="sibTrans" cxnId="{41AC9379-8467-4BA4-B400-C742A7433BCE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4CFDF0F5-3BBB-4D73-BF28-772174AD4471}">
      <dgm:prSet phldrT="[Текст]"/>
      <dgm:spPr bwMode="auto"/>
      <dgm:t>
        <a:bodyPr/>
        <a:lstStyle/>
        <a:p>
          <a:pPr algn="l">
            <a:defRPr/>
          </a:pPr>
          <a:r>
            <a:rPr lang="ru-RU"/>
            <a:t>Чвыб</a:t>
          </a:r>
          <a:r>
            <a:rPr lang="ru-RU"/>
            <a:t> – численность выбывших в течение года работников</a:t>
          </a:r>
          <a:endParaRPr lang="ru-RU"/>
        </a:p>
      </dgm:t>
    </dgm:pt>
    <dgm:pt modelId="{D8CF875A-8C35-464B-A618-251F7C0808CD}" type="parTrans" cxnId="{64A6969B-978D-419F-9E9B-D62341A25B33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02BE0C2-4291-44D4-9E3A-134D5D2D1AF9}" type="sibTrans" cxnId="{64A6969B-978D-419F-9E9B-D62341A25B33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09961DE-BCEC-4E6A-9DFC-1134D90E8618}" type="pres">
      <dgm:prSet presAssocID="{BC8617B9-B025-49C8-A252-7A7AA4CB2315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522972BE-C7D7-48F3-AC7E-3675C7F30F50}" type="pres">
      <dgm:prSet presAssocID="{DDBDB553-33E4-404A-8291-270BDBC90DC8}" presName="parentText" presStyleLbl="node1" presStyleIdx="0" presStyleCnt="3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90C0398-7AB5-4662-90CE-B9767C7ED7CA}" type="pres">
      <dgm:prSet presAssocID="{DDBDB553-33E4-404A-8291-270BDBC90DC8}" presName="childText" presStyleLbl="revTx" presStyleIdx="0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C891ED0-DB1E-4207-A279-8E244DC19F8E}" type="pres">
      <dgm:prSet presAssocID="{789C9E91-5E4C-46AA-829D-D6E0ECBE6120}" presName="parentText" presStyleLbl="node1" presStyleIdx="1" presStyleCnt="3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68D9D2D-26CD-4E25-9AC7-443367FA9A2D}" type="pres">
      <dgm:prSet presAssocID="{789C9E91-5E4C-46AA-829D-D6E0ECBE6120}" presName="childText" presStyleLbl="revTx" presStyleIdx="1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2A04B44-F7B5-4D9F-AF41-C26BD2DBF72E}" type="pres">
      <dgm:prSet presAssocID="{038D3BEC-A5D0-4389-BC6D-CD2A9D641752}" presName="parentText" presStyleLbl="node1" presStyleIdx="2" presStyleCnt="3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C0DB0E8-FD5C-4511-B79A-E7F3CB4C38C0}" type="pres">
      <dgm:prSet presAssocID="{038D3BEC-A5D0-4389-BC6D-CD2A9D641752}" presName="childText" presStyleLbl="revTx" presStyleIdx="2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C1101529-77F6-4DB6-A302-AFA4BED6E345}" type="presOf" srcId="{038D3BEC-A5D0-4389-BC6D-CD2A9D641752}" destId="{22A04B44-F7B5-4D9F-AF41-C26BD2DBF72E}" srcOrd="0" destOrd="0" presId="urn:microsoft.com/office/officeart/2005/8/layout/vList2"/>
    <dgm:cxn modelId="{41AC9379-8467-4BA4-B400-C742A7433BCE}" srcId="{DDBDB553-33E4-404A-8291-270BDBC90DC8}" destId="{08727AC8-2EDE-43A8-9718-D304F5045177}" srcOrd="3" destOrd="0" parTransId="{CADE9D45-E317-4852-90D9-D2D3FCF747BF}" sibTransId="{98E804C0-7222-44CC-9712-B81E44AF6533}"/>
    <dgm:cxn modelId="{90C392BF-6ED7-4F42-AF8A-6F9F49B1B40F}" type="presOf" srcId="{BC8617B9-B025-49C8-A252-7A7AA4CB2315}" destId="{109961DE-BCEC-4E6A-9DFC-1134D90E8618}" srcOrd="0" destOrd="0" presId="urn:microsoft.com/office/officeart/2005/8/layout/vList2"/>
    <dgm:cxn modelId="{076FF1C6-C98F-4017-9DC8-A8DD3FFF7D1F}" type="presOf" srcId="{090B990C-08AE-410C-B3F3-9C57EE1379A0}" destId="{EC0DB0E8-FD5C-4511-B79A-E7F3CB4C38C0}" srcOrd="0" destOrd="0" presId="urn:microsoft.com/office/officeart/2005/8/layout/vList2"/>
    <dgm:cxn modelId="{EC10BCFC-4B13-49EB-8C97-F02AEFBB7382}" type="presOf" srcId="{4CFDF0F5-3BBB-4D73-BF28-772174AD4471}" destId="{690C0398-7AB5-4662-90CE-B9767C7ED7CA}" srcOrd="0" destOrd="2" presId="urn:microsoft.com/office/officeart/2005/8/layout/vList2"/>
    <dgm:cxn modelId="{3ED5510B-80F1-42D3-AD47-E80B6A660C51}" srcId="{DDBDB553-33E4-404A-8291-270BDBC90DC8}" destId="{8DA0A1E4-F6D8-4CAD-8346-A97220186A20}" srcOrd="1" destOrd="0" parTransId="{19118659-AE88-455F-8AC7-7FC0A84A4448}" sibTransId="{3853939E-1FA8-4FDC-A08A-B34F2B889F83}"/>
    <dgm:cxn modelId="{67A0626C-58D0-4A8D-A1B1-DA0B177FF46D}" type="presOf" srcId="{A7878966-F9CA-4ED6-8550-0B0562F94EC7}" destId="{690C0398-7AB5-4662-90CE-B9767C7ED7CA}" srcOrd="0" destOrd="0" presId="urn:microsoft.com/office/officeart/2005/8/layout/vList2"/>
    <dgm:cxn modelId="{7FAB472A-397A-4333-84C1-95FD67FEB65C}" type="presOf" srcId="{08727AC8-2EDE-43A8-9718-D304F5045177}" destId="{690C0398-7AB5-4662-90CE-B9767C7ED7CA}" srcOrd="0" destOrd="3" presId="urn:microsoft.com/office/officeart/2005/8/layout/vList2"/>
    <dgm:cxn modelId="{3E4B8A99-0CF4-4145-9799-6D15C9CB6DB8}" srcId="{BC8617B9-B025-49C8-A252-7A7AA4CB2315}" destId="{DDBDB553-33E4-404A-8291-270BDBC90DC8}" srcOrd="0" destOrd="0" parTransId="{F61D42B0-8FB7-4648-940D-A888BAFFCFE9}" sibTransId="{ED353DDA-0762-4CAD-88C5-4FDC25DA0513}"/>
    <dgm:cxn modelId="{341C98F2-D9E9-471F-849A-D5BEFAF288FE}" type="presOf" srcId="{789C9E91-5E4C-46AA-829D-D6E0ECBE6120}" destId="{1C891ED0-DB1E-4207-A279-8E244DC19F8E}" srcOrd="0" destOrd="0" presId="urn:microsoft.com/office/officeart/2005/8/layout/vList2"/>
    <dgm:cxn modelId="{C1964DCE-3A4E-4CF7-9DD6-33151E9C9A90}" srcId="{BC8617B9-B025-49C8-A252-7A7AA4CB2315}" destId="{789C9E91-5E4C-46AA-829D-D6E0ECBE6120}" srcOrd="1" destOrd="0" parTransId="{B3731754-DBA3-459A-AB94-D5D2A86ABB34}" sibTransId="{C38DBD54-2D03-42E7-AB9D-8FB9AB5D18C6}"/>
    <dgm:cxn modelId="{B98C52DB-76FE-4FDA-8592-D88C3FA83878}" type="presOf" srcId="{DDBDB553-33E4-404A-8291-270BDBC90DC8}" destId="{522972BE-C7D7-48F3-AC7E-3675C7F30F50}" srcOrd="0" destOrd="0" presId="urn:microsoft.com/office/officeart/2005/8/layout/vList2"/>
    <dgm:cxn modelId="{CD2F1A2F-D19A-4E7E-A721-17074DD35822}" srcId="{789C9E91-5E4C-46AA-829D-D6E0ECBE6120}" destId="{DCC8A129-C869-42A1-AE15-E66F36A0D2C3}" srcOrd="0" destOrd="0" parTransId="{E6115F2B-CB97-43A3-B35F-BD5149551909}" sibTransId="{E3CC2C48-B19A-4C95-B90F-45B9E155E25C}"/>
    <dgm:cxn modelId="{8EDA6F4F-B350-4C9E-915D-0EE4FBA2914B}" type="presOf" srcId="{8DA0A1E4-F6D8-4CAD-8346-A97220186A20}" destId="{690C0398-7AB5-4662-90CE-B9767C7ED7CA}" srcOrd="0" destOrd="1" presId="urn:microsoft.com/office/officeart/2005/8/layout/vList2"/>
    <dgm:cxn modelId="{64A6969B-978D-419F-9E9B-D62341A25B33}" srcId="{DDBDB553-33E4-404A-8291-270BDBC90DC8}" destId="{4CFDF0F5-3BBB-4D73-BF28-772174AD4471}" srcOrd="2" destOrd="0" parTransId="{D8CF875A-8C35-464B-A618-251F7C0808CD}" sibTransId="{202BE0C2-4291-44D4-9E3A-134D5D2D1AF9}"/>
    <dgm:cxn modelId="{6AEED4D3-5302-49B9-A30B-08215FB862B4}" srcId="{DDBDB553-33E4-404A-8291-270BDBC90DC8}" destId="{A7878966-F9CA-4ED6-8550-0B0562F94EC7}" srcOrd="0" destOrd="0" parTransId="{02F27448-6656-409D-8904-45908B6DD8BB}" sibTransId="{906656FD-F632-41F7-9413-CD673985AA92}"/>
    <dgm:cxn modelId="{738DB7AB-0DBA-4723-AB2E-429B91D7EE5D}" srcId="{038D3BEC-A5D0-4389-BC6D-CD2A9D641752}" destId="{090B990C-08AE-410C-B3F3-9C57EE1379A0}" srcOrd="0" destOrd="0" parTransId="{EDD26C83-E687-4515-BD0B-90C92AFAB63F}" sibTransId="{1DAF3F61-952F-403F-AB02-947091B24E92}"/>
    <dgm:cxn modelId="{A4B42000-2CD2-4F4C-A34E-B291433063A5}" srcId="{BC8617B9-B025-49C8-A252-7A7AA4CB2315}" destId="{038D3BEC-A5D0-4389-BC6D-CD2A9D641752}" srcOrd="2" destOrd="0" parTransId="{B2542BD2-171A-493D-A2D3-BA8B9038BE6C}" sibTransId="{BF1F9558-EE2D-457B-83BD-BAB9E3CB2083}"/>
    <dgm:cxn modelId="{6B512DEF-8BEF-4776-A277-A2D3E15FFF49}" type="presOf" srcId="{DCC8A129-C869-42A1-AE15-E66F36A0D2C3}" destId="{B68D9D2D-26CD-4E25-9AC7-443367FA9A2D}" srcOrd="0" destOrd="0" presId="urn:microsoft.com/office/officeart/2005/8/layout/vList2"/>
    <dgm:cxn modelId="{B42402EB-0545-4E67-AFBB-6B079D11916D}" type="presParOf" srcId="{109961DE-BCEC-4E6A-9DFC-1134D90E8618}" destId="{522972BE-C7D7-48F3-AC7E-3675C7F30F50}" srcOrd="0" destOrd="0" presId="urn:microsoft.com/office/officeart/2005/8/layout/vList2"/>
    <dgm:cxn modelId="{ACBB04CA-4D79-45B5-8458-5888E7EEF075}" type="presParOf" srcId="{109961DE-BCEC-4E6A-9DFC-1134D90E8618}" destId="{690C0398-7AB5-4662-90CE-B9767C7ED7CA}" srcOrd="1" destOrd="0" presId="urn:microsoft.com/office/officeart/2005/8/layout/vList2"/>
    <dgm:cxn modelId="{06BA01D2-67D7-4847-92E4-6258DA27F273}" type="presParOf" srcId="{109961DE-BCEC-4E6A-9DFC-1134D90E8618}" destId="{1C891ED0-DB1E-4207-A279-8E244DC19F8E}" srcOrd="2" destOrd="0" presId="urn:microsoft.com/office/officeart/2005/8/layout/vList2"/>
    <dgm:cxn modelId="{BF91A1A1-719F-4FF1-A8D9-58E452A39E9B}" type="presParOf" srcId="{109961DE-BCEC-4E6A-9DFC-1134D90E8618}" destId="{B68D9D2D-26CD-4E25-9AC7-443367FA9A2D}" srcOrd="3" destOrd="0" presId="urn:microsoft.com/office/officeart/2005/8/layout/vList2"/>
    <dgm:cxn modelId="{72B89E10-6D30-4136-855C-566125253722}" type="presParOf" srcId="{109961DE-BCEC-4E6A-9DFC-1134D90E8618}" destId="{22A04B44-F7B5-4D9F-AF41-C26BD2DBF72E}" srcOrd="4" destOrd="0" presId="urn:microsoft.com/office/officeart/2005/8/layout/vList2"/>
    <dgm:cxn modelId="{C8252909-B9E7-43B1-8F8E-7071995B546A}" type="presParOf" srcId="{109961DE-BCEC-4E6A-9DFC-1134D90E8618}" destId="{EC0DB0E8-FD5C-4511-B79A-E7F3CB4C38C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C8617B9-B025-49C8-A252-7A7AA4CB2315}" type="doc">
      <dgm:prSet loTypeId="urn:microsoft.com/office/officeart/2005/8/layout/vList2" loCatId="list" qsTypeId="urn:microsoft.com/office/officeart/2005/8/quickstyle/3d3" qsCatId="3D" csTypeId="urn:microsoft.com/office/officeart/2005/8/colors/colorful1#18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DDBDB553-33E4-404A-8291-270BDBC90DC8}">
      <dgm:prSet phldrT="[Текст]"/>
      <dgm:spPr bwMode="auto"/>
      <dgm:t>
        <a:bodyPr/>
        <a:lstStyle/>
        <a:p>
          <a:pPr>
            <a:defRPr/>
          </a:pPr>
          <a:r>
            <a:rPr lang="ru-RU" b="1"/>
            <a:t>Коэффициент постоянства кадров</a:t>
          </a:r>
          <a:endParaRPr lang="ru-RU" b="1"/>
        </a:p>
      </dgm:t>
    </dgm:pt>
    <dgm:pt modelId="{F61D42B0-8FB7-4648-940D-A888BAFFCFE9}" type="parTrans" cxnId="{3E4B8A99-0CF4-4145-9799-6D15C9CB6DB8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D353DDA-0762-4CAD-88C5-4FDC25DA0513}" type="sibTrans" cxnId="{3E4B8A99-0CF4-4145-9799-6D15C9CB6DB8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89C9E91-5E4C-46AA-829D-D6E0ECBE6120}">
      <dgm:prSet phldrT="[Текст]"/>
      <dgm:spPr bwMode="auto"/>
      <dgm:t>
        <a:bodyPr/>
        <a:lstStyle/>
        <a:p>
          <a:pPr>
            <a:defRPr/>
          </a:pPr>
          <a:r>
            <a:rPr lang="ru-RU" b="1"/>
            <a:t>Коэффициент текучести кадров</a:t>
          </a:r>
          <a:endParaRPr lang="ru-RU" b="1"/>
        </a:p>
      </dgm:t>
    </dgm:pt>
    <dgm:pt modelId="{B3731754-DBA3-459A-AB94-D5D2A86ABB34}" type="parTrans" cxnId="{C1964DCE-3A4E-4CF7-9DD6-33151E9C9A9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38DBD54-2D03-42E7-AB9D-8FB9AB5D18C6}" type="sibTrans" cxnId="{C1964DCE-3A4E-4CF7-9DD6-33151E9C9A9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CC8A129-C869-42A1-AE15-E66F36A0D2C3}">
      <dgm:prSet phldrT="[Текст]"/>
      <dgm:spPr bwMode="auto"/>
      <dgm:t>
        <a:bodyPr/>
        <a:lstStyle/>
        <a:p>
          <a:pPr algn="ctr">
            <a:defRPr/>
          </a:pPr>
          <a:r>
            <a:rPr lang="ru-RU" b="1"/>
            <a:t>Ктек = Чув  : ССЧ</a:t>
          </a:r>
          <a:endParaRPr lang="ru-RU" b="1"/>
        </a:p>
      </dgm:t>
    </dgm:pt>
    <dgm:pt modelId="{E6115F2B-CB97-43A3-B35F-BD5149551909}" type="parTrans" cxnId="{CD2F1A2F-D19A-4E7E-A721-17074DD3582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3CC2C48-B19A-4C95-B90F-45B9E155E25C}" type="sibTrans" cxnId="{CD2F1A2F-D19A-4E7E-A721-17074DD3582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7878966-F9CA-4ED6-8550-0B0562F94EC7}">
      <dgm:prSet phldrT="[Текст]"/>
      <dgm:spPr bwMode="auto"/>
      <dgm:t>
        <a:bodyPr/>
        <a:lstStyle/>
        <a:p>
          <a:pPr algn="ctr">
            <a:defRPr/>
          </a:pPr>
          <a:r>
            <a:rPr lang="ru-RU" b="1"/>
            <a:t>Кпост = Чсп : ССЧ</a:t>
          </a:r>
          <a:endParaRPr lang="ru-RU" b="1"/>
        </a:p>
      </dgm:t>
    </dgm:pt>
    <dgm:pt modelId="{02F27448-6656-409D-8904-45908B6DD8BB}" type="parTrans" cxnId="{6AEED4D3-5302-49B9-A30B-08215FB862B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06656FD-F632-41F7-9413-CD673985AA92}" type="sibTrans" cxnId="{6AEED4D3-5302-49B9-A30B-08215FB862B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DA0A1E4-F6D8-4CAD-8346-A97220186A20}">
      <dgm:prSet phldrT="[Текст]"/>
      <dgm:spPr bwMode="auto"/>
      <dgm:t>
        <a:bodyPr/>
        <a:lstStyle/>
        <a:p>
          <a:pPr algn="l">
            <a:defRPr/>
          </a:pPr>
          <a:r>
            <a:rPr lang="ru-RU"/>
            <a:t>где </a:t>
          </a:r>
          <a:r>
            <a:rPr lang="ru-RU"/>
            <a:t>Чсп</a:t>
          </a:r>
          <a:r>
            <a:rPr lang="ru-RU"/>
            <a:t> – численность работников, состоящих в списочном составе в течение года и более</a:t>
          </a:r>
          <a:endParaRPr lang="ru-RU"/>
        </a:p>
      </dgm:t>
    </dgm:pt>
    <dgm:pt modelId="{3853939E-1FA8-4FDC-A08A-B34F2B889F83}" type="sibTrans" cxnId="{3ED5510B-80F1-42D3-AD47-E80B6A660C5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9118659-AE88-455F-8AC7-7FC0A84A4448}" type="parTrans" cxnId="{3ED5510B-80F1-42D3-AD47-E80B6A660C5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02E81A3-CD18-405E-A6C0-DAD5A99829C6}">
      <dgm:prSet phldrT="[Текст]"/>
      <dgm:spPr bwMode="auto"/>
      <dgm:t>
        <a:bodyPr/>
        <a:lstStyle/>
        <a:p>
          <a:pPr algn="l">
            <a:defRPr/>
          </a:pPr>
          <a:r>
            <a:rPr lang="ru-RU"/>
            <a:t>где </a:t>
          </a:r>
          <a:r>
            <a:rPr lang="ru-RU"/>
            <a:t>Чув</a:t>
          </a:r>
          <a:r>
            <a:rPr lang="ru-RU"/>
            <a:t> – численность уволенных работников по собственному желанию и за нарушение трудовой дисциплины</a:t>
          </a:r>
          <a:endParaRPr lang="ru-RU"/>
        </a:p>
      </dgm:t>
    </dgm:pt>
    <dgm:pt modelId="{250CFAB5-A40B-4948-936E-603F68BECA7A}" type="parTrans" cxnId="{9D92836F-1BC0-40F8-A74F-F979516EBA9E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274E061-F806-40A0-9BD7-D977EDE512C6}" type="sibTrans" cxnId="{9D92836F-1BC0-40F8-A74F-F979516EBA9E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09961DE-BCEC-4E6A-9DFC-1134D90E8618}" type="pres">
      <dgm:prSet presAssocID="{BC8617B9-B025-49C8-A252-7A7AA4CB2315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522972BE-C7D7-48F3-AC7E-3675C7F30F50}" type="pres">
      <dgm:prSet presAssocID="{DDBDB553-33E4-404A-8291-270BDBC90DC8}" presName="parentText" presStyleLbl="node1" presStyleIdx="0" presStyleCnt="2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90C0398-7AB5-4662-90CE-B9767C7ED7CA}" type="pres">
      <dgm:prSet presAssocID="{DDBDB553-33E4-404A-8291-270BDBC90DC8}" presName="childText" presStyleLbl="revTx" presStyleIdx="0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C891ED0-DB1E-4207-A279-8E244DC19F8E}" type="pres">
      <dgm:prSet presAssocID="{789C9E91-5E4C-46AA-829D-D6E0ECBE6120}" presName="parentText" presStyleLbl="node1" presStyleIdx="1" presStyleCnt="2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68D9D2D-26CD-4E25-9AC7-443367FA9A2D}" type="pres">
      <dgm:prSet presAssocID="{789C9E91-5E4C-46AA-829D-D6E0ECBE6120}" presName="childText" presStyleLbl="revTx" presStyleIdx="1" presStyleCnt="2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CD2F1A2F-D19A-4E7E-A721-17074DD35822}" srcId="{789C9E91-5E4C-46AA-829D-D6E0ECBE6120}" destId="{DCC8A129-C869-42A1-AE15-E66F36A0D2C3}" srcOrd="0" destOrd="0" parTransId="{E6115F2B-CB97-43A3-B35F-BD5149551909}" sibTransId="{E3CC2C48-B19A-4C95-B90F-45B9E155E25C}"/>
    <dgm:cxn modelId="{C1964DCE-3A4E-4CF7-9DD6-33151E9C9A90}" srcId="{BC8617B9-B025-49C8-A252-7A7AA4CB2315}" destId="{789C9E91-5E4C-46AA-829D-D6E0ECBE6120}" srcOrd="1" destOrd="0" parTransId="{B3731754-DBA3-459A-AB94-D5D2A86ABB34}" sibTransId="{C38DBD54-2D03-42E7-AB9D-8FB9AB5D18C6}"/>
    <dgm:cxn modelId="{49113F8A-2B11-4DDA-8D07-DBF7DA5B85D0}" type="presOf" srcId="{BC8617B9-B025-49C8-A252-7A7AA4CB2315}" destId="{109961DE-BCEC-4E6A-9DFC-1134D90E8618}" srcOrd="0" destOrd="0" presId="urn:microsoft.com/office/officeart/2005/8/layout/vList2"/>
    <dgm:cxn modelId="{6AEED4D3-5302-49B9-A30B-08215FB862B4}" srcId="{DDBDB553-33E4-404A-8291-270BDBC90DC8}" destId="{A7878966-F9CA-4ED6-8550-0B0562F94EC7}" srcOrd="0" destOrd="0" parTransId="{02F27448-6656-409D-8904-45908B6DD8BB}" sibTransId="{906656FD-F632-41F7-9413-CD673985AA92}"/>
    <dgm:cxn modelId="{C2584F04-9B09-4A30-9419-693496F63BE5}" type="presOf" srcId="{DCC8A129-C869-42A1-AE15-E66F36A0D2C3}" destId="{B68D9D2D-26CD-4E25-9AC7-443367FA9A2D}" srcOrd="0" destOrd="0" presId="urn:microsoft.com/office/officeart/2005/8/layout/vList2"/>
    <dgm:cxn modelId="{AF380C3E-ADBA-4BF8-BDF4-13F891483291}" type="presOf" srcId="{789C9E91-5E4C-46AA-829D-D6E0ECBE6120}" destId="{1C891ED0-DB1E-4207-A279-8E244DC19F8E}" srcOrd="0" destOrd="0" presId="urn:microsoft.com/office/officeart/2005/8/layout/vList2"/>
    <dgm:cxn modelId="{73E5477E-1B0B-4EC7-BD37-0FE7AEF05288}" type="presOf" srcId="{8DA0A1E4-F6D8-4CAD-8346-A97220186A20}" destId="{690C0398-7AB5-4662-90CE-B9767C7ED7CA}" srcOrd="0" destOrd="1" presId="urn:microsoft.com/office/officeart/2005/8/layout/vList2"/>
    <dgm:cxn modelId="{3E4B8A99-0CF4-4145-9799-6D15C9CB6DB8}" srcId="{BC8617B9-B025-49C8-A252-7A7AA4CB2315}" destId="{DDBDB553-33E4-404A-8291-270BDBC90DC8}" srcOrd="0" destOrd="0" parTransId="{F61D42B0-8FB7-4648-940D-A888BAFFCFE9}" sibTransId="{ED353DDA-0762-4CAD-88C5-4FDC25DA0513}"/>
    <dgm:cxn modelId="{D04B05F1-88C4-44C8-B2D6-ABBFFD26AE1C}" type="presOf" srcId="{DDBDB553-33E4-404A-8291-270BDBC90DC8}" destId="{522972BE-C7D7-48F3-AC7E-3675C7F30F50}" srcOrd="0" destOrd="0" presId="urn:microsoft.com/office/officeart/2005/8/layout/vList2"/>
    <dgm:cxn modelId="{093A52A1-42E9-4850-AEAF-D03A20945F4F}" type="presOf" srcId="{E02E81A3-CD18-405E-A6C0-DAD5A99829C6}" destId="{B68D9D2D-26CD-4E25-9AC7-443367FA9A2D}" srcOrd="0" destOrd="1" presId="urn:microsoft.com/office/officeart/2005/8/layout/vList2"/>
    <dgm:cxn modelId="{3ED5510B-80F1-42D3-AD47-E80B6A660C51}" srcId="{DDBDB553-33E4-404A-8291-270BDBC90DC8}" destId="{8DA0A1E4-F6D8-4CAD-8346-A97220186A20}" srcOrd="1" destOrd="0" parTransId="{19118659-AE88-455F-8AC7-7FC0A84A4448}" sibTransId="{3853939E-1FA8-4FDC-A08A-B34F2B889F83}"/>
    <dgm:cxn modelId="{35BC6B5D-9E76-441E-B666-1A56E9A9D431}" type="presOf" srcId="{A7878966-F9CA-4ED6-8550-0B0562F94EC7}" destId="{690C0398-7AB5-4662-90CE-B9767C7ED7CA}" srcOrd="0" destOrd="0" presId="urn:microsoft.com/office/officeart/2005/8/layout/vList2"/>
    <dgm:cxn modelId="{9D92836F-1BC0-40F8-A74F-F979516EBA9E}" srcId="{789C9E91-5E4C-46AA-829D-D6E0ECBE6120}" destId="{E02E81A3-CD18-405E-A6C0-DAD5A99829C6}" srcOrd="1" destOrd="0" parTransId="{250CFAB5-A40B-4948-936E-603F68BECA7A}" sibTransId="{E274E061-F806-40A0-9BD7-D977EDE512C6}"/>
    <dgm:cxn modelId="{C0D5CECA-0968-4EA8-8D1D-A91E5BD78A0A}" type="presParOf" srcId="{109961DE-BCEC-4E6A-9DFC-1134D90E8618}" destId="{522972BE-C7D7-48F3-AC7E-3675C7F30F50}" srcOrd="0" destOrd="0" presId="urn:microsoft.com/office/officeart/2005/8/layout/vList2"/>
    <dgm:cxn modelId="{1325F3C7-0663-48F8-9306-92F4C6BF092B}" type="presParOf" srcId="{109961DE-BCEC-4E6A-9DFC-1134D90E8618}" destId="{690C0398-7AB5-4662-90CE-B9767C7ED7CA}" srcOrd="1" destOrd="0" presId="urn:microsoft.com/office/officeart/2005/8/layout/vList2"/>
    <dgm:cxn modelId="{7C440104-6FF6-4D39-8A95-7BD87F6C7696}" type="presParOf" srcId="{109961DE-BCEC-4E6A-9DFC-1134D90E8618}" destId="{1C891ED0-DB1E-4207-A279-8E244DC19F8E}" srcOrd="2" destOrd="0" presId="urn:microsoft.com/office/officeart/2005/8/layout/vList2"/>
    <dgm:cxn modelId="{6057997E-1FBE-4B91-B97D-2EA9C7C30628}" type="presParOf" srcId="{109961DE-BCEC-4E6A-9DFC-1134D90E8618}" destId="{B68D9D2D-26CD-4E25-9AC7-443367FA9A2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3BA0F93D-E78F-42BF-A3F6-1D7BF06A1C76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7C01B2A7-0955-4CD5-A5F6-D51195076823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>
              <a:solidFill>
                <a:schemeClr val="tx1"/>
              </a:solidFill>
            </a:rPr>
            <a:t>Разделение труда </a:t>
          </a:r>
          <a:endParaRPr lang="ru-RU" sz="2400" b="1">
            <a:solidFill>
              <a:schemeClr val="tx1"/>
            </a:solidFill>
          </a:endParaRPr>
        </a:p>
      </dgm:t>
    </dgm:pt>
    <dgm:pt modelId="{5719CC81-FA14-43FD-93FD-C0E1928417A7}" type="parTrans" cxnId="{86012ECC-04D1-4D09-ADCA-07C58C9AB5C5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8A254C0C-9489-4658-B375-298B7C8DA7EB}" type="sibTrans" cxnId="{86012ECC-04D1-4D09-ADCA-07C58C9AB5C5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33C6F477-2734-4D02-9178-FE280E881138}">
      <dgm:prSet phldrT="[Текст]" custT="1"/>
      <dgm:spPr bwMode="auto"/>
      <dgm:t>
        <a:bodyPr/>
        <a:lstStyle/>
        <a:p>
          <a:pPr>
            <a:defRPr/>
          </a:pPr>
          <a:r>
            <a:rPr lang="ru-RU" sz="1800">
              <a:solidFill>
                <a:schemeClr val="tx1"/>
              </a:solidFill>
            </a:rPr>
            <a:t>его обособление, установление каждому работнику, их группам и подразделениям определенных обязанностей, функций, сферы действия</a:t>
          </a:r>
          <a:endParaRPr lang="ru-RU" sz="1800">
            <a:solidFill>
              <a:schemeClr val="tx1"/>
            </a:solidFill>
          </a:endParaRPr>
        </a:p>
      </dgm:t>
    </dgm:pt>
    <dgm:pt modelId="{549E2665-B748-4145-A37A-E9D22A7080C8}" type="parTrans" cxnId="{238F46E3-7399-4283-8A39-9DA63B52172F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4B3D89CA-1D91-4B8B-AED1-D4FDEB4380C1}" type="sibTrans" cxnId="{238F46E3-7399-4283-8A39-9DA63B52172F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380254D4-6E79-42C0-92D6-FC1FD77DF8BC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>
              <a:solidFill>
                <a:schemeClr val="tx1"/>
              </a:solidFill>
            </a:rPr>
            <a:t>Кооперация труда</a:t>
          </a:r>
          <a:endParaRPr lang="ru-RU" sz="2400" b="1">
            <a:solidFill>
              <a:schemeClr val="tx1"/>
            </a:solidFill>
          </a:endParaRPr>
        </a:p>
      </dgm:t>
    </dgm:pt>
    <dgm:pt modelId="{C5293CE8-C01A-494D-B1C7-28DB151EEC60}" type="parTrans" cxnId="{9A4CCC47-2C45-48FB-8187-2CC4A60D9709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E01504A8-37BC-4C0F-A762-9119906E4392}" type="sibTrans" cxnId="{9A4CCC47-2C45-48FB-8187-2CC4A60D9709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FA5925E8-43B0-4865-AF6B-C06FDE440BDF}">
      <dgm:prSet phldrT="[Текст]" custT="1"/>
      <dgm:spPr bwMode="auto"/>
      <dgm:t>
        <a:bodyPr/>
        <a:lstStyle/>
        <a:p>
          <a:pPr>
            <a:defRPr/>
          </a:pPr>
          <a:r>
            <a:rPr lang="ru-RU" sz="1800">
              <a:solidFill>
                <a:schemeClr val="tx1"/>
              </a:solidFill>
            </a:rPr>
            <a:t>установление системы производственной взаимосвязи и взаимодействия между работниками, их группами и подразделениями</a:t>
          </a:r>
          <a:endParaRPr lang="ru-RU" sz="1800">
            <a:solidFill>
              <a:schemeClr val="tx1"/>
            </a:solidFill>
          </a:endParaRPr>
        </a:p>
      </dgm:t>
    </dgm:pt>
    <dgm:pt modelId="{BC7541AA-4DB0-442A-8FD7-9A4D03F4AAB0}" type="parTrans" cxnId="{568D8C82-4197-4150-9113-6BFAACF34B41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0C91C784-5F48-4989-AC97-92D44CF6D73A}" type="sibTrans" cxnId="{568D8C82-4197-4150-9113-6BFAACF34B41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422A63F4-0F02-42E6-AF5D-49A5F9FE3E1C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>
              <a:solidFill>
                <a:schemeClr val="tx1"/>
              </a:solidFill>
            </a:rPr>
            <a:t>Организация рабочего места</a:t>
          </a:r>
          <a:endParaRPr lang="ru-RU" sz="2400" b="1">
            <a:solidFill>
              <a:schemeClr val="tx1"/>
            </a:solidFill>
          </a:endParaRPr>
        </a:p>
      </dgm:t>
    </dgm:pt>
    <dgm:pt modelId="{80DC4BC5-E92D-42D1-8A2F-FEECA1BBDAC5}" type="parTrans" cxnId="{8ED290A0-E779-469C-A756-2B410B8A631E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7CA3B9AC-CBF7-4ABB-8511-1CF99FE0A533}" type="sibTrans" cxnId="{8ED290A0-E779-469C-A756-2B410B8A631E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B5281CD8-ABB9-4D00-896C-C332B43B0619}">
      <dgm:prSet phldrT="[Текст]" custT="1"/>
      <dgm:spPr bwMode="auto"/>
      <dgm:t>
        <a:bodyPr/>
        <a:lstStyle/>
        <a:p>
          <a:pPr>
            <a:defRPr/>
          </a:pPr>
          <a:r>
            <a:rPr lang="ru-RU" sz="1800">
              <a:solidFill>
                <a:schemeClr val="tx1"/>
              </a:solidFill>
            </a:rPr>
            <a:t>рациональное устройство рабочего места за счет соответствующего оснащения и планировки </a:t>
          </a:r>
          <a:endParaRPr lang="ru-RU" sz="1800">
            <a:solidFill>
              <a:schemeClr val="tx1"/>
            </a:solidFill>
          </a:endParaRPr>
        </a:p>
      </dgm:t>
    </dgm:pt>
    <dgm:pt modelId="{0B4D8D7E-1E9D-439D-92DC-E56445EE24C3}" type="parTrans" cxnId="{94E96D1C-9DCF-4D0F-8E7F-D742E18ABA36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F6E7816C-54F3-4FFC-B337-F00C7CFE8B82}" type="sibTrans" cxnId="{94E96D1C-9DCF-4D0F-8E7F-D742E18ABA36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CEE06A49-798F-4E5D-9129-DF04413A4578}">
      <dgm:prSet phldrT="" custT="1"/>
      <dgm:spPr bwMode="auto"/>
      <dgm:t>
        <a:bodyPr/>
        <a:lstStyle/>
        <a:p>
          <a:pPr>
            <a:defRPr/>
          </a:pPr>
          <a:r>
            <a:rPr lang="ru-RU" sz="2400" b="1">
              <a:solidFill>
                <a:schemeClr val="tx1"/>
              </a:solidFill>
            </a:rPr>
            <a:t>Организация обслуживания рабочего места </a:t>
          </a:r>
          <a:endParaRPr lang="ru-RU" sz="2400" b="1">
            <a:solidFill>
              <a:schemeClr val="tx1"/>
            </a:solidFill>
          </a:endParaRPr>
        </a:p>
      </dgm:t>
    </dgm:pt>
    <dgm:pt modelId="{E81E34CF-46E4-4736-9160-D30FBA41F306}" type="parTrans" cxnId="{0BAD701D-CA28-4BFE-A55E-805F434B09CA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2091E296-5FBE-4348-8F29-4484271C651A}" type="sibTrans" cxnId="{0BAD701D-CA28-4BFE-A55E-805F434B09CA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9A11C799-058D-4B98-89E9-9ACD708088F1}">
      <dgm:prSet phldrT="" custT="1"/>
      <dgm:spPr bwMode="auto"/>
      <dgm:t>
        <a:bodyPr/>
        <a:lstStyle/>
        <a:p>
          <a:pPr>
            <a:defRPr/>
          </a:pPr>
          <a:r>
            <a:rPr lang="ru-RU" sz="1800">
              <a:solidFill>
                <a:schemeClr val="tx1"/>
              </a:solidFill>
            </a:rPr>
            <a:t>кооперация труда между основными работниками и работниками вспомогательных служб и подразделений</a:t>
          </a:r>
          <a:endParaRPr lang="ru-RU" sz="1800">
            <a:solidFill>
              <a:schemeClr val="tx1"/>
            </a:solidFill>
          </a:endParaRPr>
        </a:p>
      </dgm:t>
    </dgm:pt>
    <dgm:pt modelId="{A6C481E5-E5D5-453A-826B-5E12157E65A5}" type="parTrans" cxnId="{5A5276A4-FB31-4B80-82CD-C0F021FA76A4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D16705F9-B85F-4839-9C7C-ECD0C5968E6E}" type="sibTrans" cxnId="{5A5276A4-FB31-4B80-82CD-C0F021FA76A4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C80E8C1B-2D4A-48E4-BEEA-6AAB9D32A5DF}">
      <dgm:prSet phldrT="" custT="1"/>
      <dgm:spPr bwMode="auto"/>
      <dgm:t>
        <a:bodyPr/>
        <a:lstStyle/>
        <a:p>
          <a:pPr>
            <a:defRPr/>
          </a:pPr>
          <a:r>
            <a:rPr lang="ru-RU" sz="2400" b="1">
              <a:solidFill>
                <a:schemeClr val="tx1"/>
              </a:solidFill>
            </a:rPr>
            <a:t>Рациональные приемы и методы труда</a:t>
          </a:r>
          <a:endParaRPr lang="ru-RU" sz="2400" b="1">
            <a:solidFill>
              <a:schemeClr val="tx1"/>
            </a:solidFill>
          </a:endParaRPr>
        </a:p>
      </dgm:t>
    </dgm:pt>
    <dgm:pt modelId="{1DF2EFDE-AD31-41F3-94BF-F55F14BA9879}" type="parTrans" cxnId="{1B05ED31-4B14-4B8F-BBBC-334B2134B91A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82165063-4DBC-4C38-80D5-B36E0BDB22FE}" type="sibTrans" cxnId="{1B05ED31-4B14-4B8F-BBBC-334B2134B91A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C63DF66D-491D-4859-BC45-C03ACA6650DB}">
      <dgm:prSet phldrT="" custT="1"/>
      <dgm:spPr bwMode="auto"/>
      <dgm:t>
        <a:bodyPr/>
        <a:lstStyle/>
        <a:p>
          <a:pPr>
            <a:defRPr/>
          </a:pPr>
          <a:r>
            <a:rPr lang="ru-RU" sz="1800">
              <a:solidFill>
                <a:schemeClr val="tx1"/>
              </a:solidFill>
            </a:rPr>
            <a:t>способы выполнения работы,  </a:t>
          </a:r>
          <a:r>
            <a:rPr lang="ru-RU" sz="1800"/>
            <a:t>характеризующиеся наименьшими затратами времени, физическими и психическими усилиями и затратами энергии</a:t>
          </a:r>
          <a:r>
            <a:rPr lang="ru-RU" sz="1800">
              <a:solidFill>
                <a:schemeClr val="tx1"/>
              </a:solidFill>
            </a:rPr>
            <a:t>   </a:t>
          </a:r>
          <a:endParaRPr lang="ru-RU" sz="1800">
            <a:solidFill>
              <a:schemeClr val="tx1"/>
            </a:solidFill>
          </a:endParaRPr>
        </a:p>
      </dgm:t>
    </dgm:pt>
    <dgm:pt modelId="{76D9B013-B0CD-484E-901F-80049486C64E}" type="parTrans" cxnId="{4C233D02-7B50-45C0-9583-60541EBD0BA6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73870CCE-190D-4D61-BC1D-68BCD42D87EE}" type="sibTrans" cxnId="{4C233D02-7B50-45C0-9583-60541EBD0BA6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F75B4D00-7A54-4B1F-8457-8810057DC527}" type="pres">
      <dgm:prSet presAssocID="{3BA0F93D-E78F-42BF-A3F6-1D7BF06A1C76}" presName="Name0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1EE6B7D-916E-4450-99FC-E7BA1486F9E6}" type="pres">
      <dgm:prSet presAssocID="{7C01B2A7-0955-4CD5-A5F6-D51195076823}" presName="linNode" presStyleCnt="0"/>
      <dgm:spPr bwMode="auto"/>
    </dgm:pt>
    <dgm:pt modelId="{F446ED82-E3D2-4A1F-B6AB-FAB2F388BE4F}" type="pres">
      <dgm:prSet custScaleX="185266" presAssocID="{7C01B2A7-0955-4CD5-A5F6-D51195076823}" presName="parentText" presStyleLbl="node1" presStyleIdx="0" presStyleCnt="5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F658D13-F477-4603-8645-251DA8AE7914}" type="pres">
      <dgm:prSet custScaleX="218577" custScaleY="123962" presAssocID="{7C01B2A7-0955-4CD5-A5F6-D51195076823}" presName="descendantText" presStyleLbl="alignAccFollowNode1" presStyleIdx="0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9E8FBF6E-AA37-49C6-9843-1BC709D1407A}" type="pres">
      <dgm:prSet presAssocID="{8A254C0C-9489-4658-B375-298B7C8DA7EB}" presName="sp" presStyleCnt="0"/>
      <dgm:spPr bwMode="auto"/>
    </dgm:pt>
    <dgm:pt modelId="{C3C5FF88-9881-476A-85B8-AC1010DFE1B7}" type="pres">
      <dgm:prSet presAssocID="{380254D4-6E79-42C0-92D6-FC1FD77DF8BC}" presName="linNode" presStyleCnt="0"/>
      <dgm:spPr bwMode="auto"/>
    </dgm:pt>
    <dgm:pt modelId="{A75E6C9A-E4E0-4267-8F7A-3FC690C3E796}" type="pres">
      <dgm:prSet custScaleX="186456" presAssocID="{380254D4-6E79-42C0-92D6-FC1FD77DF8BC}" presName="parentText" presStyleLbl="node1" presStyleIdx="1" presStyleCnt="5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084B302-0F95-4996-B9EF-AD7BBC8551ED}" type="pres">
      <dgm:prSet custScaleX="223457" custScaleY="110996" presAssocID="{380254D4-6E79-42C0-92D6-FC1FD77DF8BC}" presName="descendantText" presStyleLbl="alignAccFollowNode1" presStyleIdx="1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6B4D8F4-49CB-4074-B8C0-2F77C3FAE82A}" type="pres">
      <dgm:prSet presAssocID="{E01504A8-37BC-4C0F-A762-9119906E4392}" presName="sp" presStyleCnt="0"/>
      <dgm:spPr bwMode="auto"/>
    </dgm:pt>
    <dgm:pt modelId="{FC68BF01-BBB6-4176-8875-159751827246}" type="pres">
      <dgm:prSet presAssocID="{422A63F4-0F02-42E6-AF5D-49A5F9FE3E1C}" presName="linNode" presStyleCnt="0"/>
      <dgm:spPr bwMode="auto"/>
    </dgm:pt>
    <dgm:pt modelId="{A7A6871A-5569-40DA-9C14-1D63081EF671}" type="pres">
      <dgm:prSet custScaleX="189618" presAssocID="{422A63F4-0F02-42E6-AF5D-49A5F9FE3E1C}" presName="parentText" presStyleLbl="node1" presStyleIdx="2" presStyleCnt="5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E93997C-737B-4780-BCBA-355EC5B630A6}" type="pres">
      <dgm:prSet custScaleX="223405" presAssocID="{422A63F4-0F02-42E6-AF5D-49A5F9FE3E1C}" presName="descendantText" presStyleLbl="alignAccFollowNode1" presStyleIdx="2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855243F-390C-4346-AABB-012D847659D9}" type="pres">
      <dgm:prSet presAssocID="{7CA3B9AC-CBF7-4ABB-8511-1CF99FE0A533}" presName="sp" presStyleCnt="0"/>
      <dgm:spPr bwMode="auto"/>
    </dgm:pt>
    <dgm:pt modelId="{DA2883FD-A536-4A57-92BC-A691FBF4E738}" type="pres">
      <dgm:prSet presAssocID="{CEE06A49-798F-4E5D-9129-DF04413A4578}" presName="linNode" presStyleCnt="0"/>
      <dgm:spPr bwMode="auto"/>
    </dgm:pt>
    <dgm:pt modelId="{6A54522A-1405-4432-AFBA-31EE167EA58D}" type="pres">
      <dgm:prSet custScaleX="189769" presAssocID="{CEE06A49-798F-4E5D-9129-DF04413A4578}" presName="parentText" presStyleLbl="node1" presStyleIdx="3" presStyleCnt="5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F527E20-047F-4459-A512-26EF6A2C2B42}" type="pres">
      <dgm:prSet custScaleX="223402" custScaleY="121542" presAssocID="{CEE06A49-798F-4E5D-9129-DF04413A4578}" presName="descendantText" presStyleLbl="alignAccFollowNode1" presStyleIdx="3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E96F982-951C-4EF4-AA57-943594AEE033}" type="pres">
      <dgm:prSet presAssocID="{2091E296-5FBE-4348-8F29-4484271C651A}" presName="sp" presStyleCnt="0"/>
      <dgm:spPr bwMode="auto"/>
    </dgm:pt>
    <dgm:pt modelId="{DD2FB176-5DBF-4341-8E4B-CD29DCCBF9F3}" type="pres">
      <dgm:prSet presAssocID="{C80E8C1B-2D4A-48E4-BEEA-6AAB9D32A5DF}" presName="linNode" presStyleCnt="0"/>
      <dgm:spPr bwMode="auto"/>
    </dgm:pt>
    <dgm:pt modelId="{BB4AF4D3-DF16-4CAB-BEF4-EB58F4C40050}" type="pres">
      <dgm:prSet custScaleX="90532" presAssocID="{C80E8C1B-2D4A-48E4-BEEA-6AAB9D32A5DF}" presName="parentText" presStyleLbl="node1" presStyleIdx="4" presStyleCnt="5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8B6A5A4-404C-4101-9DD6-B4A98D74DFBF}" type="pres">
      <dgm:prSet custScaleX="104108" presAssocID="{C80E8C1B-2D4A-48E4-BEEA-6AAB9D32A5DF}" presName="descendantText" presStyleLbl="alignAccFollowNode1" presStyleIdx="4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25D6A51C-9940-4D71-94FF-F11F0344083E}" type="presOf" srcId="{7C01B2A7-0955-4CD5-A5F6-D51195076823}" destId="{F446ED82-E3D2-4A1F-B6AB-FAB2F388BE4F}" srcOrd="0" destOrd="0" presId="urn:microsoft.com/office/officeart/2005/8/layout/vList5"/>
    <dgm:cxn modelId="{B5C24D35-5445-491D-B88B-D283A24C922D}" type="presOf" srcId="{3BA0F93D-E78F-42BF-A3F6-1D7BF06A1C76}" destId="{F75B4D00-7A54-4B1F-8457-8810057DC527}" srcOrd="0" destOrd="0" presId="urn:microsoft.com/office/officeart/2005/8/layout/vList5"/>
    <dgm:cxn modelId="{8ED290A0-E779-469C-A756-2B410B8A631E}" srcId="{3BA0F93D-E78F-42BF-A3F6-1D7BF06A1C76}" destId="{422A63F4-0F02-42E6-AF5D-49A5F9FE3E1C}" srcOrd="2" destOrd="0" parTransId="{80DC4BC5-E92D-42D1-8A2F-FEECA1BBDAC5}" sibTransId="{7CA3B9AC-CBF7-4ABB-8511-1CF99FE0A533}"/>
    <dgm:cxn modelId="{5A5276A4-FB31-4B80-82CD-C0F021FA76A4}" srcId="{CEE06A49-798F-4E5D-9129-DF04413A4578}" destId="{9A11C799-058D-4B98-89E9-9ACD708088F1}" srcOrd="0" destOrd="0" parTransId="{A6C481E5-E5D5-453A-826B-5E12157E65A5}" sibTransId="{D16705F9-B85F-4839-9C7C-ECD0C5968E6E}"/>
    <dgm:cxn modelId="{04EE8CE8-1BD8-464F-B6CC-55AC7521C24F}" type="presOf" srcId="{C63DF66D-491D-4859-BC45-C03ACA6650DB}" destId="{08B6A5A4-404C-4101-9DD6-B4A98D74DFBF}" srcOrd="0" destOrd="0" presId="urn:microsoft.com/office/officeart/2005/8/layout/vList5"/>
    <dgm:cxn modelId="{4C233D02-7B50-45C0-9583-60541EBD0BA6}" srcId="{C80E8C1B-2D4A-48E4-BEEA-6AAB9D32A5DF}" destId="{C63DF66D-491D-4859-BC45-C03ACA6650DB}" srcOrd="0" destOrd="0" parTransId="{76D9B013-B0CD-484E-901F-80049486C64E}" sibTransId="{73870CCE-190D-4D61-BC1D-68BCD42D87EE}"/>
    <dgm:cxn modelId="{9FF46732-83D2-42B0-A8AF-21133FD7EA65}" type="presOf" srcId="{380254D4-6E79-42C0-92D6-FC1FD77DF8BC}" destId="{A75E6C9A-E4E0-4267-8F7A-3FC690C3E796}" srcOrd="0" destOrd="0" presId="urn:microsoft.com/office/officeart/2005/8/layout/vList5"/>
    <dgm:cxn modelId="{0BAD701D-CA28-4BFE-A55E-805F434B09CA}" srcId="{3BA0F93D-E78F-42BF-A3F6-1D7BF06A1C76}" destId="{CEE06A49-798F-4E5D-9129-DF04413A4578}" srcOrd="3" destOrd="0" parTransId="{E81E34CF-46E4-4736-9160-D30FBA41F306}" sibTransId="{2091E296-5FBE-4348-8F29-4484271C651A}"/>
    <dgm:cxn modelId="{81EF42E7-ABAE-4624-ABC3-B7696B6D2EEE}" type="presOf" srcId="{C80E8C1B-2D4A-48E4-BEEA-6AAB9D32A5DF}" destId="{BB4AF4D3-DF16-4CAB-BEF4-EB58F4C40050}" srcOrd="0" destOrd="0" presId="urn:microsoft.com/office/officeart/2005/8/layout/vList5"/>
    <dgm:cxn modelId="{0589CD0B-2E73-475D-AB51-CF825B777422}" type="presOf" srcId="{CEE06A49-798F-4E5D-9129-DF04413A4578}" destId="{6A54522A-1405-4432-AFBA-31EE167EA58D}" srcOrd="0" destOrd="0" presId="urn:microsoft.com/office/officeart/2005/8/layout/vList5"/>
    <dgm:cxn modelId="{1B05ED31-4B14-4B8F-BBBC-334B2134B91A}" srcId="{3BA0F93D-E78F-42BF-A3F6-1D7BF06A1C76}" destId="{C80E8C1B-2D4A-48E4-BEEA-6AAB9D32A5DF}" srcOrd="4" destOrd="0" parTransId="{1DF2EFDE-AD31-41F3-94BF-F55F14BA9879}" sibTransId="{82165063-4DBC-4C38-80D5-B36E0BDB22FE}"/>
    <dgm:cxn modelId="{9A4CCC47-2C45-48FB-8187-2CC4A60D9709}" srcId="{3BA0F93D-E78F-42BF-A3F6-1D7BF06A1C76}" destId="{380254D4-6E79-42C0-92D6-FC1FD77DF8BC}" srcOrd="1" destOrd="0" parTransId="{C5293CE8-C01A-494D-B1C7-28DB151EEC60}" sibTransId="{E01504A8-37BC-4C0F-A762-9119906E4392}"/>
    <dgm:cxn modelId="{568D8C82-4197-4150-9113-6BFAACF34B41}" srcId="{380254D4-6E79-42C0-92D6-FC1FD77DF8BC}" destId="{FA5925E8-43B0-4865-AF6B-C06FDE440BDF}" srcOrd="0" destOrd="0" parTransId="{BC7541AA-4DB0-442A-8FD7-9A4D03F4AAB0}" sibTransId="{0C91C784-5F48-4989-AC97-92D44CF6D73A}"/>
    <dgm:cxn modelId="{D2F52B53-DFAF-4B24-AA30-A8FAD88EB553}" type="presOf" srcId="{B5281CD8-ABB9-4D00-896C-C332B43B0619}" destId="{3E93997C-737B-4780-BCBA-355EC5B630A6}" srcOrd="0" destOrd="0" presId="urn:microsoft.com/office/officeart/2005/8/layout/vList5"/>
    <dgm:cxn modelId="{94E96D1C-9DCF-4D0F-8E7F-D742E18ABA36}" srcId="{422A63F4-0F02-42E6-AF5D-49A5F9FE3E1C}" destId="{B5281CD8-ABB9-4D00-896C-C332B43B0619}" srcOrd="0" destOrd="0" parTransId="{0B4D8D7E-1E9D-439D-92DC-E56445EE24C3}" sibTransId="{F6E7816C-54F3-4FFC-B337-F00C7CFE8B82}"/>
    <dgm:cxn modelId="{86012ECC-04D1-4D09-ADCA-07C58C9AB5C5}" srcId="{3BA0F93D-E78F-42BF-A3F6-1D7BF06A1C76}" destId="{7C01B2A7-0955-4CD5-A5F6-D51195076823}" srcOrd="0" destOrd="0" parTransId="{5719CC81-FA14-43FD-93FD-C0E1928417A7}" sibTransId="{8A254C0C-9489-4658-B375-298B7C8DA7EB}"/>
    <dgm:cxn modelId="{01042A18-B57B-465B-AA43-1EC13F428866}" type="presOf" srcId="{FA5925E8-43B0-4865-AF6B-C06FDE440BDF}" destId="{8084B302-0F95-4996-B9EF-AD7BBC8551ED}" srcOrd="0" destOrd="0" presId="urn:microsoft.com/office/officeart/2005/8/layout/vList5"/>
    <dgm:cxn modelId="{238F46E3-7399-4283-8A39-9DA63B52172F}" srcId="{7C01B2A7-0955-4CD5-A5F6-D51195076823}" destId="{33C6F477-2734-4D02-9178-FE280E881138}" srcOrd="0" destOrd="0" parTransId="{549E2665-B748-4145-A37A-E9D22A7080C8}" sibTransId="{4B3D89CA-1D91-4B8B-AED1-D4FDEB4380C1}"/>
    <dgm:cxn modelId="{AFD6B801-4572-446D-B2A4-D6658A1F70CE}" type="presOf" srcId="{33C6F477-2734-4D02-9178-FE280E881138}" destId="{6F658D13-F477-4603-8645-251DA8AE7914}" srcOrd="0" destOrd="0" presId="urn:microsoft.com/office/officeart/2005/8/layout/vList5"/>
    <dgm:cxn modelId="{65E6F97A-310B-414A-B174-1891196E6ED9}" type="presOf" srcId="{9A11C799-058D-4B98-89E9-9ACD708088F1}" destId="{DF527E20-047F-4459-A512-26EF6A2C2B42}" srcOrd="0" destOrd="0" presId="urn:microsoft.com/office/officeart/2005/8/layout/vList5"/>
    <dgm:cxn modelId="{91FCB981-8B51-46F2-9E1A-F396F087B3A9}" type="presOf" srcId="{422A63F4-0F02-42E6-AF5D-49A5F9FE3E1C}" destId="{A7A6871A-5569-40DA-9C14-1D63081EF671}" srcOrd="0" destOrd="0" presId="urn:microsoft.com/office/officeart/2005/8/layout/vList5"/>
    <dgm:cxn modelId="{2022DF1B-B3B8-4BFD-AD87-B505263DC7D7}" type="presParOf" srcId="{F75B4D00-7A54-4B1F-8457-8810057DC527}" destId="{C1EE6B7D-916E-4450-99FC-E7BA1486F9E6}" srcOrd="0" destOrd="0" presId="urn:microsoft.com/office/officeart/2005/8/layout/vList5"/>
    <dgm:cxn modelId="{A1A089FB-CDDE-4844-A435-8A2F4F75BDD0}" type="presParOf" srcId="{C1EE6B7D-916E-4450-99FC-E7BA1486F9E6}" destId="{F446ED82-E3D2-4A1F-B6AB-FAB2F388BE4F}" srcOrd="0" destOrd="0" presId="urn:microsoft.com/office/officeart/2005/8/layout/vList5"/>
    <dgm:cxn modelId="{3125C4EB-4B26-4DA7-8C1B-17F0BEB91CEC}" type="presParOf" srcId="{C1EE6B7D-916E-4450-99FC-E7BA1486F9E6}" destId="{6F658D13-F477-4603-8645-251DA8AE7914}" srcOrd="1" destOrd="0" presId="urn:microsoft.com/office/officeart/2005/8/layout/vList5"/>
    <dgm:cxn modelId="{D2C14AF2-5E5E-445E-B447-E4782E139E28}" type="presParOf" srcId="{F75B4D00-7A54-4B1F-8457-8810057DC527}" destId="{9E8FBF6E-AA37-49C6-9843-1BC709D1407A}" srcOrd="1" destOrd="0" presId="urn:microsoft.com/office/officeart/2005/8/layout/vList5"/>
    <dgm:cxn modelId="{0B673FCD-8E73-449C-AEF0-5105FA227DC3}" type="presParOf" srcId="{F75B4D00-7A54-4B1F-8457-8810057DC527}" destId="{C3C5FF88-9881-476A-85B8-AC1010DFE1B7}" srcOrd="2" destOrd="0" presId="urn:microsoft.com/office/officeart/2005/8/layout/vList5"/>
    <dgm:cxn modelId="{0BF165F2-268C-45F6-8BB8-CBE726173161}" type="presParOf" srcId="{C3C5FF88-9881-476A-85B8-AC1010DFE1B7}" destId="{A75E6C9A-E4E0-4267-8F7A-3FC690C3E796}" srcOrd="0" destOrd="0" presId="urn:microsoft.com/office/officeart/2005/8/layout/vList5"/>
    <dgm:cxn modelId="{0E7BA883-118D-44C2-A5C2-B0E12DCBB23B}" type="presParOf" srcId="{C3C5FF88-9881-476A-85B8-AC1010DFE1B7}" destId="{8084B302-0F95-4996-B9EF-AD7BBC8551ED}" srcOrd="1" destOrd="0" presId="urn:microsoft.com/office/officeart/2005/8/layout/vList5"/>
    <dgm:cxn modelId="{116DEA96-E5B0-40B5-BB1C-FE1AB252D571}" type="presParOf" srcId="{F75B4D00-7A54-4B1F-8457-8810057DC527}" destId="{B6B4D8F4-49CB-4074-B8C0-2F77C3FAE82A}" srcOrd="3" destOrd="0" presId="urn:microsoft.com/office/officeart/2005/8/layout/vList5"/>
    <dgm:cxn modelId="{9441CF34-95AC-4197-9358-564BC9C2E559}" type="presParOf" srcId="{F75B4D00-7A54-4B1F-8457-8810057DC527}" destId="{FC68BF01-BBB6-4176-8875-159751827246}" srcOrd="4" destOrd="0" presId="urn:microsoft.com/office/officeart/2005/8/layout/vList5"/>
    <dgm:cxn modelId="{72FCFD52-D9F2-4BB5-9DD2-D465E3AC3065}" type="presParOf" srcId="{FC68BF01-BBB6-4176-8875-159751827246}" destId="{A7A6871A-5569-40DA-9C14-1D63081EF671}" srcOrd="0" destOrd="0" presId="urn:microsoft.com/office/officeart/2005/8/layout/vList5"/>
    <dgm:cxn modelId="{EF7E4BE2-BD8F-47B8-9062-FF0F0B415073}" type="presParOf" srcId="{FC68BF01-BBB6-4176-8875-159751827246}" destId="{3E93997C-737B-4780-BCBA-355EC5B630A6}" srcOrd="1" destOrd="0" presId="urn:microsoft.com/office/officeart/2005/8/layout/vList5"/>
    <dgm:cxn modelId="{1A64A162-BC94-4597-A37D-5BF0D2C0A982}" type="presParOf" srcId="{F75B4D00-7A54-4B1F-8457-8810057DC527}" destId="{E855243F-390C-4346-AABB-012D847659D9}" srcOrd="5" destOrd="0" presId="urn:microsoft.com/office/officeart/2005/8/layout/vList5"/>
    <dgm:cxn modelId="{E9693524-9657-4646-A237-CDD29B2149F2}" type="presParOf" srcId="{F75B4D00-7A54-4B1F-8457-8810057DC527}" destId="{DA2883FD-A536-4A57-92BC-A691FBF4E738}" srcOrd="6" destOrd="0" presId="urn:microsoft.com/office/officeart/2005/8/layout/vList5"/>
    <dgm:cxn modelId="{67D51C6D-0798-48F7-B627-14415AD323CA}" type="presParOf" srcId="{DA2883FD-A536-4A57-92BC-A691FBF4E738}" destId="{6A54522A-1405-4432-AFBA-31EE167EA58D}" srcOrd="0" destOrd="0" presId="urn:microsoft.com/office/officeart/2005/8/layout/vList5"/>
    <dgm:cxn modelId="{726A678E-629F-4E5B-8434-AE4B65CEC481}" type="presParOf" srcId="{DA2883FD-A536-4A57-92BC-A691FBF4E738}" destId="{DF527E20-047F-4459-A512-26EF6A2C2B42}" srcOrd="1" destOrd="0" presId="urn:microsoft.com/office/officeart/2005/8/layout/vList5"/>
    <dgm:cxn modelId="{02D50F6D-2DED-42AF-B6BE-FA0D72FACCB5}" type="presParOf" srcId="{F75B4D00-7A54-4B1F-8457-8810057DC527}" destId="{8E96F982-951C-4EF4-AA57-943594AEE033}" srcOrd="7" destOrd="0" presId="urn:microsoft.com/office/officeart/2005/8/layout/vList5"/>
    <dgm:cxn modelId="{6E9F0DB7-33FC-43D3-8D19-BE3DC7366B8A}" type="presParOf" srcId="{F75B4D00-7A54-4B1F-8457-8810057DC527}" destId="{DD2FB176-5DBF-4341-8E4B-CD29DCCBF9F3}" srcOrd="8" destOrd="0" presId="urn:microsoft.com/office/officeart/2005/8/layout/vList5"/>
    <dgm:cxn modelId="{63140693-A934-4673-A62B-E9C6DE5CE891}" type="presParOf" srcId="{DD2FB176-5DBF-4341-8E4B-CD29DCCBF9F3}" destId="{BB4AF4D3-DF16-4CAB-BEF4-EB58F4C40050}" srcOrd="0" destOrd="0" presId="urn:microsoft.com/office/officeart/2005/8/layout/vList5"/>
    <dgm:cxn modelId="{8F74349F-7929-417E-BFE3-B412D06B4208}" type="presParOf" srcId="{DD2FB176-5DBF-4341-8E4B-CD29DCCBF9F3}" destId="{08B6A5A4-404C-4101-9DD6-B4A98D74DFB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3BA0F93D-E78F-42BF-A3F6-1D7BF06A1C76}" type="doc">
      <dgm:prSet loTypeId="urn:microsoft.com/office/officeart/2005/8/layout/vList5" loCatId="list" qsTypeId="urn:microsoft.com/office/officeart/2005/8/quickstyle/simple1" qsCatId="simple" csTypeId="urn:microsoft.com/office/officeart/2005/8/colors/colorful1#52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7C01B2A7-0955-4CD5-A5F6-D51195076823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 i="0">
              <a:solidFill>
                <a:schemeClr val="tx1"/>
              </a:solidFill>
            </a:rPr>
            <a:t>Норма времени</a:t>
          </a:r>
          <a:endParaRPr lang="ru-RU" sz="2400" b="1" i="0">
            <a:solidFill>
              <a:schemeClr val="tx1"/>
            </a:solidFill>
          </a:endParaRPr>
        </a:p>
      </dgm:t>
    </dgm:pt>
    <dgm:pt modelId="{5719CC81-FA14-43FD-93FD-C0E1928417A7}" type="parTrans" cxnId="{86012ECC-04D1-4D09-ADCA-07C58C9AB5C5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8A254C0C-9489-4658-B375-298B7C8DA7EB}" type="sibTrans" cxnId="{86012ECC-04D1-4D09-ADCA-07C58C9AB5C5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33C6F477-2734-4D02-9178-FE280E881138}">
      <dgm:prSet phldrT="[Текст]" custT="1"/>
      <dgm:spPr bwMode="auto"/>
      <dgm:t>
        <a:bodyPr/>
        <a:lstStyle/>
        <a:p>
          <a:pPr>
            <a:defRPr/>
          </a:pPr>
          <a:r>
            <a:rPr lang="ru-RU" sz="1800" b="0">
              <a:solidFill>
                <a:schemeClr val="tx1"/>
              </a:solidFill>
            </a:rPr>
            <a:t>продолжительность рабочего времени, необходимого для изготовления единицы продукции или выполнения определенного объема работ</a:t>
          </a:r>
          <a:endParaRPr lang="ru-RU" sz="1800">
            <a:solidFill>
              <a:schemeClr val="tx1"/>
            </a:solidFill>
          </a:endParaRPr>
        </a:p>
      </dgm:t>
    </dgm:pt>
    <dgm:pt modelId="{549E2665-B748-4145-A37A-E9D22A7080C8}" type="parTrans" cxnId="{238F46E3-7399-4283-8A39-9DA63B52172F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4B3D89CA-1D91-4B8B-AED1-D4FDEB4380C1}" type="sibTrans" cxnId="{238F46E3-7399-4283-8A39-9DA63B52172F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380254D4-6E79-42C0-92D6-FC1FD77DF8BC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 i="0">
              <a:solidFill>
                <a:schemeClr val="tx1"/>
              </a:solidFill>
            </a:rPr>
            <a:t>Норма выработки</a:t>
          </a:r>
          <a:endParaRPr lang="ru-RU" sz="2400" b="1">
            <a:solidFill>
              <a:schemeClr val="tx1"/>
            </a:solidFill>
          </a:endParaRPr>
        </a:p>
      </dgm:t>
    </dgm:pt>
    <dgm:pt modelId="{C5293CE8-C01A-494D-B1C7-28DB151EEC60}" type="parTrans" cxnId="{9A4CCC47-2C45-48FB-8187-2CC4A60D9709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E01504A8-37BC-4C0F-A762-9119906E4392}" type="sibTrans" cxnId="{9A4CCC47-2C45-48FB-8187-2CC4A60D9709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FA5925E8-43B0-4865-AF6B-C06FDE440BDF}">
      <dgm:prSet phldrT="[Текст]" custT="1"/>
      <dgm:spPr bwMode="auto"/>
      <dgm:t>
        <a:bodyPr/>
        <a:lstStyle/>
        <a:p>
          <a:pPr>
            <a:defRPr/>
          </a:pPr>
          <a:r>
            <a:rPr lang="ru-RU" sz="1800" b="0">
              <a:solidFill>
                <a:schemeClr val="tx1"/>
              </a:solidFill>
            </a:rPr>
            <a:t>определяет количество единиц продукции, которое должно быть изготовлено одним работником (бригадой) за определенное время</a:t>
          </a:r>
          <a:endParaRPr lang="ru-RU" sz="1800">
            <a:solidFill>
              <a:schemeClr val="tx1"/>
            </a:solidFill>
          </a:endParaRPr>
        </a:p>
      </dgm:t>
    </dgm:pt>
    <dgm:pt modelId="{BC7541AA-4DB0-442A-8FD7-9A4D03F4AAB0}" type="parTrans" cxnId="{568D8C82-4197-4150-9113-6BFAACF34B41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0C91C784-5F48-4989-AC97-92D44CF6D73A}" type="sibTrans" cxnId="{568D8C82-4197-4150-9113-6BFAACF34B41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422A63F4-0F02-42E6-AF5D-49A5F9FE3E1C}">
      <dgm:prSet phldrT="[Текст]" custT="1"/>
      <dgm:spPr bwMode="auto"/>
      <dgm:t>
        <a:bodyPr/>
        <a:lstStyle/>
        <a:p>
          <a:pPr>
            <a:defRPr/>
          </a:pPr>
          <a:r>
            <a:rPr lang="ru-RU" sz="2400" b="1" i="0">
              <a:solidFill>
                <a:schemeClr val="tx1"/>
              </a:solidFill>
            </a:rPr>
            <a:t>Норма обслуживания</a:t>
          </a:r>
          <a:endParaRPr/>
        </a:p>
      </dgm:t>
    </dgm:pt>
    <dgm:pt modelId="{80DC4BC5-E92D-42D1-8A2F-FEECA1BBDAC5}" type="parTrans" cxnId="{8ED290A0-E779-469C-A756-2B410B8A631E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7CA3B9AC-CBF7-4ABB-8511-1CF99FE0A533}" type="sibTrans" cxnId="{8ED290A0-E779-469C-A756-2B410B8A631E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B5281CD8-ABB9-4D00-896C-C332B43B0619}">
      <dgm:prSet phldrT="[Текст]" custT="1"/>
      <dgm:spPr bwMode="auto"/>
      <dgm:t>
        <a:bodyPr/>
        <a:lstStyle/>
        <a:p>
          <a:pPr>
            <a:defRPr/>
          </a:pPr>
          <a:r>
            <a:rPr lang="ru-RU" sz="1800" b="0">
              <a:solidFill>
                <a:schemeClr val="tx1"/>
              </a:solidFill>
            </a:rPr>
            <a:t>количество производственных объектов (рабочих мест, единиц оборудования), которые работник соответствующей квалификации должен обслужить в течение единицы рабочего времени</a:t>
          </a:r>
          <a:endParaRPr lang="ru-RU" sz="1800">
            <a:solidFill>
              <a:schemeClr val="tx1"/>
            </a:solidFill>
          </a:endParaRPr>
        </a:p>
      </dgm:t>
    </dgm:pt>
    <dgm:pt modelId="{0B4D8D7E-1E9D-439D-92DC-E56445EE24C3}" type="parTrans" cxnId="{94E96D1C-9DCF-4D0F-8E7F-D742E18ABA36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F6E7816C-54F3-4FFC-B337-F00C7CFE8B82}" type="sibTrans" cxnId="{94E96D1C-9DCF-4D0F-8E7F-D742E18ABA36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CEE06A49-798F-4E5D-9129-DF04413A4578}">
      <dgm:prSet phldrT="" custT="1"/>
      <dgm:spPr bwMode="auto"/>
      <dgm:t>
        <a:bodyPr/>
        <a:lstStyle/>
        <a:p>
          <a:pPr>
            <a:defRPr/>
          </a:pPr>
          <a:r>
            <a:rPr lang="ru-RU" sz="2400" b="1" i="0">
              <a:solidFill>
                <a:schemeClr val="tx1"/>
              </a:solidFill>
            </a:rPr>
            <a:t>Норма управляемости</a:t>
          </a:r>
          <a:endParaRPr lang="ru-RU" sz="2400" b="1">
            <a:solidFill>
              <a:schemeClr val="tx1"/>
            </a:solidFill>
          </a:endParaRPr>
        </a:p>
      </dgm:t>
    </dgm:pt>
    <dgm:pt modelId="{E81E34CF-46E4-4736-9160-D30FBA41F306}" type="parTrans" cxnId="{0BAD701D-CA28-4BFE-A55E-805F434B09CA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2091E296-5FBE-4348-8F29-4484271C651A}" type="sibTrans" cxnId="{0BAD701D-CA28-4BFE-A55E-805F434B09CA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9A11C799-058D-4B98-89E9-9ACD708088F1}">
      <dgm:prSet phldrT="" custT="1"/>
      <dgm:spPr bwMode="auto"/>
      <dgm:t>
        <a:bodyPr/>
        <a:lstStyle/>
        <a:p>
          <a:pPr>
            <a:defRPr/>
          </a:pPr>
          <a:r>
            <a:rPr lang="ru-RU" sz="1800" b="0">
              <a:solidFill>
                <a:schemeClr val="tx1"/>
              </a:solidFill>
            </a:rPr>
            <a:t>определяет количество работников, которые должны быть непосредственно подчинены одному руководителю</a:t>
          </a:r>
          <a:endParaRPr lang="ru-RU" sz="1800">
            <a:solidFill>
              <a:schemeClr val="tx1"/>
            </a:solidFill>
          </a:endParaRPr>
        </a:p>
      </dgm:t>
    </dgm:pt>
    <dgm:pt modelId="{A6C481E5-E5D5-453A-826B-5E12157E65A5}" type="parTrans" cxnId="{5A5276A4-FB31-4B80-82CD-C0F021FA76A4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D16705F9-B85F-4839-9C7C-ECD0C5968E6E}" type="sibTrans" cxnId="{5A5276A4-FB31-4B80-82CD-C0F021FA76A4}">
      <dgm:prSet/>
      <dgm:spPr bwMode="auto"/>
      <dgm:t>
        <a:bodyPr/>
        <a:lstStyle/>
        <a:p>
          <a:pPr>
            <a:defRPr/>
          </a:pPr>
          <a:endParaRPr lang="ru-RU" sz="2000">
            <a:solidFill>
              <a:schemeClr val="tx1"/>
            </a:solidFill>
          </a:endParaRPr>
        </a:p>
      </dgm:t>
    </dgm:pt>
    <dgm:pt modelId="{F75B4D00-7A54-4B1F-8457-8810057DC527}" type="pres">
      <dgm:prSet presAssocID="{3BA0F93D-E78F-42BF-A3F6-1D7BF06A1C76}" presName="Name0" presStyleCnt="0">
        <dgm:presLayoutVars>
          <dgm:dir val="norm"/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1EE6B7D-916E-4450-99FC-E7BA1486F9E6}" type="pres">
      <dgm:prSet presAssocID="{7C01B2A7-0955-4CD5-A5F6-D51195076823}" presName="linNod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446ED82-E3D2-4A1F-B6AB-FAB2F388BE4F}" type="pres">
      <dgm:prSet custLinFactNeighborX="-44" custLinFactNeighborY="-229" custScaleX="185266" presAssocID="{7C01B2A7-0955-4CD5-A5F6-D51195076823}" presName="parentText" presStyleLbl="node1" presStyleIdx="0" presStyleCnt="4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F658D13-F477-4603-8645-251DA8AE7914}" type="pres">
      <dgm:prSet custScaleX="218577" custScaleY="108517" presAssocID="{7C01B2A7-0955-4CD5-A5F6-D51195076823}" presName="descendantText" presStyleLbl="alignAccFollowNode1" presStyleIdx="0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9E8FBF6E-AA37-49C6-9843-1BC709D1407A}" type="pres">
      <dgm:prSet presAssocID="{8A254C0C-9489-4658-B375-298B7C8DA7EB}" presName="sp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C3C5FF88-9881-476A-85B8-AC1010DFE1B7}" type="pres">
      <dgm:prSet presAssocID="{380254D4-6E79-42C0-92D6-FC1FD77DF8BC}" presName="linNod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A75E6C9A-E4E0-4267-8F7A-3FC690C3E796}" type="pres">
      <dgm:prSet custScaleX="186456" presAssocID="{380254D4-6E79-42C0-92D6-FC1FD77DF8BC}" presName="parentText" presStyleLbl="node1" presStyleIdx="1" presStyleCnt="4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084B302-0F95-4996-B9EF-AD7BBC8551ED}" type="pres">
      <dgm:prSet custScaleX="223457" custScaleY="110996" presAssocID="{380254D4-6E79-42C0-92D6-FC1FD77DF8BC}" presName="descendantText" presStyleLbl="alignAccFollowNode1" presStyleIdx="1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6B4D8F4-49CB-4074-B8C0-2F77C3FAE82A}" type="pres">
      <dgm:prSet presAssocID="{E01504A8-37BC-4C0F-A762-9119906E4392}" presName="sp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FC68BF01-BBB6-4176-8875-159751827246}" type="pres">
      <dgm:prSet presAssocID="{422A63F4-0F02-42E6-AF5D-49A5F9FE3E1C}" presName="linNod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A7A6871A-5569-40DA-9C14-1D63081EF671}" type="pres">
      <dgm:prSet custScaleX="189618" presAssocID="{422A63F4-0F02-42E6-AF5D-49A5F9FE3E1C}" presName="parentText" presStyleLbl="node1" presStyleIdx="2" presStyleCnt="4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3E93997C-737B-4780-BCBA-355EC5B630A6}" type="pres">
      <dgm:prSet custScaleX="223405" presAssocID="{422A63F4-0F02-42E6-AF5D-49A5F9FE3E1C}" presName="descendantText" presStyleLbl="alignAccFollowNode1" presStyleIdx="2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855243F-390C-4346-AABB-012D847659D9}" type="pres">
      <dgm:prSet presAssocID="{7CA3B9AC-CBF7-4ABB-8511-1CF99FE0A533}" presName="sp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DA2883FD-A536-4A57-92BC-A691FBF4E738}" type="pres">
      <dgm:prSet presAssocID="{CEE06A49-798F-4E5D-9129-DF04413A4578}" presName="linNode" presStyleCnt="0"/>
      <dgm:spPr bwMode="auto"/>
      <dgm:t>
        <a:bodyPr/>
        <a:lstStyle/>
        <a:p>
          <a:pPr>
            <a:defRPr/>
          </a:pPr>
          <a:endParaRPr lang="ru-RU"/>
        </a:p>
      </dgm:t>
    </dgm:pt>
    <dgm:pt modelId="{6A54522A-1405-4432-AFBA-31EE167EA58D}" type="pres">
      <dgm:prSet custScaleX="189769" presAssocID="{CEE06A49-798F-4E5D-9129-DF04413A4578}" presName="parentText" presStyleLbl="node1" presStyleIdx="3" presStyleCnt="4">
        <dgm:presLayoutVars>
          <dgm:chMax val="1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F527E20-047F-4459-A512-26EF6A2C2B42}" type="pres">
      <dgm:prSet custScaleX="223402" custScaleY="121542" presAssocID="{CEE06A49-798F-4E5D-9129-DF04413A4578}" presName="descendantText" presStyleLbl="alignAccFollowNode1" presStyleIdx="3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957BFE0A-05F4-4167-9EB1-CC2EA4FF5786}" type="presOf" srcId="{380254D4-6E79-42C0-92D6-FC1FD77DF8BC}" destId="{A75E6C9A-E4E0-4267-8F7A-3FC690C3E796}" srcOrd="0" destOrd="0" presId="urn:microsoft.com/office/officeart/2005/8/layout/vList5"/>
    <dgm:cxn modelId="{8ED290A0-E779-469C-A756-2B410B8A631E}" srcId="{3BA0F93D-E78F-42BF-A3F6-1D7BF06A1C76}" destId="{422A63F4-0F02-42E6-AF5D-49A5F9FE3E1C}" srcOrd="2" destOrd="0" parTransId="{80DC4BC5-E92D-42D1-8A2F-FEECA1BBDAC5}" sibTransId="{7CA3B9AC-CBF7-4ABB-8511-1CF99FE0A533}"/>
    <dgm:cxn modelId="{DC17259D-2626-4111-8D22-97D40811DC39}" type="presOf" srcId="{3BA0F93D-E78F-42BF-A3F6-1D7BF06A1C76}" destId="{F75B4D00-7A54-4B1F-8457-8810057DC527}" srcOrd="0" destOrd="0" presId="urn:microsoft.com/office/officeart/2005/8/layout/vList5"/>
    <dgm:cxn modelId="{5A5276A4-FB31-4B80-82CD-C0F021FA76A4}" srcId="{CEE06A49-798F-4E5D-9129-DF04413A4578}" destId="{9A11C799-058D-4B98-89E9-9ACD708088F1}" srcOrd="0" destOrd="0" parTransId="{A6C481E5-E5D5-453A-826B-5E12157E65A5}" sibTransId="{D16705F9-B85F-4839-9C7C-ECD0C5968E6E}"/>
    <dgm:cxn modelId="{8C113201-D4CB-4EED-8C66-39556387457B}" type="presOf" srcId="{FA5925E8-43B0-4865-AF6B-C06FDE440BDF}" destId="{8084B302-0F95-4996-B9EF-AD7BBC8551ED}" srcOrd="0" destOrd="0" presId="urn:microsoft.com/office/officeart/2005/8/layout/vList5"/>
    <dgm:cxn modelId="{C98D75DC-1DB6-435F-A7F0-76CEC006B584}" type="presOf" srcId="{B5281CD8-ABB9-4D00-896C-C332B43B0619}" destId="{3E93997C-737B-4780-BCBA-355EC5B630A6}" srcOrd="0" destOrd="0" presId="urn:microsoft.com/office/officeart/2005/8/layout/vList5"/>
    <dgm:cxn modelId="{0BAD701D-CA28-4BFE-A55E-805F434B09CA}" srcId="{3BA0F93D-E78F-42BF-A3F6-1D7BF06A1C76}" destId="{CEE06A49-798F-4E5D-9129-DF04413A4578}" srcOrd="3" destOrd="0" parTransId="{E81E34CF-46E4-4736-9160-D30FBA41F306}" sibTransId="{2091E296-5FBE-4348-8F29-4484271C651A}"/>
    <dgm:cxn modelId="{9A4CCC47-2C45-48FB-8187-2CC4A60D9709}" srcId="{3BA0F93D-E78F-42BF-A3F6-1D7BF06A1C76}" destId="{380254D4-6E79-42C0-92D6-FC1FD77DF8BC}" srcOrd="1" destOrd="0" parTransId="{C5293CE8-C01A-494D-B1C7-28DB151EEC60}" sibTransId="{E01504A8-37BC-4C0F-A762-9119906E4392}"/>
    <dgm:cxn modelId="{C899DBF8-C8D0-4047-86FB-B04C0709F874}" type="presOf" srcId="{422A63F4-0F02-42E6-AF5D-49A5F9FE3E1C}" destId="{A7A6871A-5569-40DA-9C14-1D63081EF671}" srcOrd="0" destOrd="0" presId="urn:microsoft.com/office/officeart/2005/8/layout/vList5"/>
    <dgm:cxn modelId="{568D8C82-4197-4150-9113-6BFAACF34B41}" srcId="{380254D4-6E79-42C0-92D6-FC1FD77DF8BC}" destId="{FA5925E8-43B0-4865-AF6B-C06FDE440BDF}" srcOrd="0" destOrd="0" parTransId="{BC7541AA-4DB0-442A-8FD7-9A4D03F4AAB0}" sibTransId="{0C91C784-5F48-4989-AC97-92D44CF6D73A}"/>
    <dgm:cxn modelId="{94E96D1C-9DCF-4D0F-8E7F-D742E18ABA36}" srcId="{422A63F4-0F02-42E6-AF5D-49A5F9FE3E1C}" destId="{B5281CD8-ABB9-4D00-896C-C332B43B0619}" srcOrd="0" destOrd="0" parTransId="{0B4D8D7E-1E9D-439D-92DC-E56445EE24C3}" sibTransId="{F6E7816C-54F3-4FFC-B337-F00C7CFE8B82}"/>
    <dgm:cxn modelId="{86012ECC-04D1-4D09-ADCA-07C58C9AB5C5}" srcId="{3BA0F93D-E78F-42BF-A3F6-1D7BF06A1C76}" destId="{7C01B2A7-0955-4CD5-A5F6-D51195076823}" srcOrd="0" destOrd="0" parTransId="{5719CC81-FA14-43FD-93FD-C0E1928417A7}" sibTransId="{8A254C0C-9489-4658-B375-298B7C8DA7EB}"/>
    <dgm:cxn modelId="{22F1FF42-B2E7-4835-91DA-64F9DF8DDAF9}" type="presOf" srcId="{33C6F477-2734-4D02-9178-FE280E881138}" destId="{6F658D13-F477-4603-8645-251DA8AE7914}" srcOrd="0" destOrd="0" presId="urn:microsoft.com/office/officeart/2005/8/layout/vList5"/>
    <dgm:cxn modelId="{238F46E3-7399-4283-8A39-9DA63B52172F}" srcId="{7C01B2A7-0955-4CD5-A5F6-D51195076823}" destId="{33C6F477-2734-4D02-9178-FE280E881138}" srcOrd="0" destOrd="0" parTransId="{549E2665-B748-4145-A37A-E9D22A7080C8}" sibTransId="{4B3D89CA-1D91-4B8B-AED1-D4FDEB4380C1}"/>
    <dgm:cxn modelId="{6CD15DFC-7139-4D67-97EF-939F749B95AE}" type="presOf" srcId="{CEE06A49-798F-4E5D-9129-DF04413A4578}" destId="{6A54522A-1405-4432-AFBA-31EE167EA58D}" srcOrd="0" destOrd="0" presId="urn:microsoft.com/office/officeart/2005/8/layout/vList5"/>
    <dgm:cxn modelId="{E9FD5A55-287C-4A2B-87B9-6D7612F99FE7}" type="presOf" srcId="{9A11C799-058D-4B98-89E9-9ACD708088F1}" destId="{DF527E20-047F-4459-A512-26EF6A2C2B42}" srcOrd="0" destOrd="0" presId="urn:microsoft.com/office/officeart/2005/8/layout/vList5"/>
    <dgm:cxn modelId="{DE086912-F0CB-4D9A-B10F-03FE7DF6550A}" type="presOf" srcId="{7C01B2A7-0955-4CD5-A5F6-D51195076823}" destId="{F446ED82-E3D2-4A1F-B6AB-FAB2F388BE4F}" srcOrd="0" destOrd="0" presId="urn:microsoft.com/office/officeart/2005/8/layout/vList5"/>
    <dgm:cxn modelId="{3549E3A2-0FD5-4463-93B6-45ACA770562F}" type="presParOf" srcId="{F75B4D00-7A54-4B1F-8457-8810057DC527}" destId="{C1EE6B7D-916E-4450-99FC-E7BA1486F9E6}" srcOrd="0" destOrd="0" presId="urn:microsoft.com/office/officeart/2005/8/layout/vList5"/>
    <dgm:cxn modelId="{A25BE5C6-31D1-4CD0-A29A-FE8F2D5B8045}" type="presParOf" srcId="{C1EE6B7D-916E-4450-99FC-E7BA1486F9E6}" destId="{F446ED82-E3D2-4A1F-B6AB-FAB2F388BE4F}" srcOrd="0" destOrd="0" presId="urn:microsoft.com/office/officeart/2005/8/layout/vList5"/>
    <dgm:cxn modelId="{F12C9E46-2148-40D0-B3CC-9C5CFFA9F827}" type="presParOf" srcId="{C1EE6B7D-916E-4450-99FC-E7BA1486F9E6}" destId="{6F658D13-F477-4603-8645-251DA8AE7914}" srcOrd="1" destOrd="0" presId="urn:microsoft.com/office/officeart/2005/8/layout/vList5"/>
    <dgm:cxn modelId="{5B6D6C9A-6D8F-41DB-A9B6-1B1351AC5AC9}" type="presParOf" srcId="{F75B4D00-7A54-4B1F-8457-8810057DC527}" destId="{9E8FBF6E-AA37-49C6-9843-1BC709D1407A}" srcOrd="1" destOrd="0" presId="urn:microsoft.com/office/officeart/2005/8/layout/vList5"/>
    <dgm:cxn modelId="{60D511F0-F149-40BB-AD8B-E65E741F3A2B}" type="presParOf" srcId="{F75B4D00-7A54-4B1F-8457-8810057DC527}" destId="{C3C5FF88-9881-476A-85B8-AC1010DFE1B7}" srcOrd="2" destOrd="0" presId="urn:microsoft.com/office/officeart/2005/8/layout/vList5"/>
    <dgm:cxn modelId="{5B0E37D8-D2FB-40DE-884B-AC78DD145FF3}" type="presParOf" srcId="{C3C5FF88-9881-476A-85B8-AC1010DFE1B7}" destId="{A75E6C9A-E4E0-4267-8F7A-3FC690C3E796}" srcOrd="0" destOrd="0" presId="urn:microsoft.com/office/officeart/2005/8/layout/vList5"/>
    <dgm:cxn modelId="{4035C7A2-D820-48E2-87AC-CDBBE21DAD8C}" type="presParOf" srcId="{C3C5FF88-9881-476A-85B8-AC1010DFE1B7}" destId="{8084B302-0F95-4996-B9EF-AD7BBC8551ED}" srcOrd="1" destOrd="0" presId="urn:microsoft.com/office/officeart/2005/8/layout/vList5"/>
    <dgm:cxn modelId="{ABA5BD46-7FD1-4F82-A0C7-4B2C1B4BDFB6}" type="presParOf" srcId="{F75B4D00-7A54-4B1F-8457-8810057DC527}" destId="{B6B4D8F4-49CB-4074-B8C0-2F77C3FAE82A}" srcOrd="3" destOrd="0" presId="urn:microsoft.com/office/officeart/2005/8/layout/vList5"/>
    <dgm:cxn modelId="{DC9D7FCC-3FBD-4FD5-BE66-6556D95871E4}" type="presParOf" srcId="{F75B4D00-7A54-4B1F-8457-8810057DC527}" destId="{FC68BF01-BBB6-4176-8875-159751827246}" srcOrd="4" destOrd="0" presId="urn:microsoft.com/office/officeart/2005/8/layout/vList5"/>
    <dgm:cxn modelId="{0C2496AF-2286-49EF-86AE-42A304663A11}" type="presParOf" srcId="{FC68BF01-BBB6-4176-8875-159751827246}" destId="{A7A6871A-5569-40DA-9C14-1D63081EF671}" srcOrd="0" destOrd="0" presId="urn:microsoft.com/office/officeart/2005/8/layout/vList5"/>
    <dgm:cxn modelId="{C5A238B0-1D8A-415B-9E61-7ACC910011D0}" type="presParOf" srcId="{FC68BF01-BBB6-4176-8875-159751827246}" destId="{3E93997C-737B-4780-BCBA-355EC5B630A6}" srcOrd="1" destOrd="0" presId="urn:microsoft.com/office/officeart/2005/8/layout/vList5"/>
    <dgm:cxn modelId="{4FBA1EEC-0BA4-4612-AC40-BCEACE98569A}" type="presParOf" srcId="{F75B4D00-7A54-4B1F-8457-8810057DC527}" destId="{E855243F-390C-4346-AABB-012D847659D9}" srcOrd="5" destOrd="0" presId="urn:microsoft.com/office/officeart/2005/8/layout/vList5"/>
    <dgm:cxn modelId="{F1EDA058-0427-430A-92B3-E06AD495F6B6}" type="presParOf" srcId="{F75B4D00-7A54-4B1F-8457-8810057DC527}" destId="{DA2883FD-A536-4A57-92BC-A691FBF4E738}" srcOrd="6" destOrd="0" presId="urn:microsoft.com/office/officeart/2005/8/layout/vList5"/>
    <dgm:cxn modelId="{D8B65336-12CE-407E-8072-D80879BB9DFC}" type="presParOf" srcId="{DA2883FD-A536-4A57-92BC-A691FBF4E738}" destId="{6A54522A-1405-4432-AFBA-31EE167EA58D}" srcOrd="0" destOrd="0" presId="urn:microsoft.com/office/officeart/2005/8/layout/vList5"/>
    <dgm:cxn modelId="{2839D4E6-8275-40E9-A43E-84AAB9C23DDD}" type="presParOf" srcId="{DA2883FD-A536-4A57-92BC-A691FBF4E738}" destId="{DF527E20-047F-4459-A512-26EF6A2C2B4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A44685F9-6475-4A84-A6FE-1713D94CB18C}" type="doc">
      <dgm:prSet loTypeId="urn:microsoft.com/office/officeart/2005/8/layout/hList6" loCatId="list" qsTypeId="urn:microsoft.com/office/officeart/2005/8/quickstyle/simple1" qsCatId="simple" csTypeId="urn:microsoft.com/office/officeart/2005/8/colors/colorful5" csCatId="colorful"/>
      <dgm:spPr bwMode="auto"/>
      <dgm:t>
        <a:bodyPr/>
        <a:lstStyle/>
        <a:p>
          <a:pPr>
            <a:defRPr/>
          </a:pPr>
          <a:endParaRPr lang="ru-RU"/>
        </a:p>
      </dgm:t>
    </dgm:pt>
    <dgm:pt modelId="{0069BBA8-E7A8-4BFD-8016-1C4228852047}">
      <dgm:prSet phldrT=""/>
      <dgm:spPr bwMode="auto"/>
      <dgm:t>
        <a:bodyPr/>
        <a:lstStyle/>
        <a:p>
          <a:pPr>
            <a:defRPr/>
          </a:pPr>
          <a:r>
            <a:rPr lang="ru-RU"/>
            <a:t>Нормативная трудоемкость рассчитывается на основе установленных норм затрат часов на выполнение определенных операций. Эти нормы разрабатываются и утверждаются на уровне организации или отрасли. Такой вид используется при планировании и составлении производственных графиков. </a:t>
          </a:r>
          <a:endParaRPr lang="ru-RU"/>
        </a:p>
      </dgm:t>
    </dgm:pt>
    <dgm:pt modelId="{E7B23D95-6A0C-4126-BFD8-BD0332ABCAF4}" type="parTrans" cxnId="{B934C84D-7FAA-4D84-BE12-FD8A793CBACA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0BEE461-6FEF-44CD-9641-362A5DCDE05F}" type="sibTrans" cxnId="{B934C84D-7FAA-4D84-BE12-FD8A793CBACA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EE2A6F7-BDBD-487E-8281-0AFE44D713C0}">
      <dgm:prSet phldrT=""/>
      <dgm:spPr bwMode="auto"/>
      <dgm:t>
        <a:bodyPr/>
        <a:lstStyle/>
        <a:p>
          <a:pPr>
            <a:defRPr/>
          </a:pPr>
          <a:r>
            <a:rPr lang="ru-RU"/>
            <a:t>Плановая основывается на нормативной, но с учетом предполагаемой производственной ситуации, объёмов заказов, загрузки оборудования и других факторов. Используется при формировании смет и бюджета на выполнение работ. </a:t>
          </a:r>
          <a:endParaRPr lang="ru-RU"/>
        </a:p>
      </dgm:t>
    </dgm:pt>
    <dgm:pt modelId="{1DCBE331-400A-4C66-A38B-E83EE70F2021}" type="parTrans" cxnId="{44DC19CF-BD7F-4C00-9F09-E487F3F1C47A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B57EAA4-F1DE-4C83-BFA8-7F182FAC8768}" type="sibTrans" cxnId="{44DC19CF-BD7F-4C00-9F09-E487F3F1C47A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4851065-2F2D-4E89-80C5-963D9F3CCFE1}">
      <dgm:prSet phldrT=""/>
      <dgm:spPr bwMode="auto"/>
      <dgm:t>
        <a:bodyPr/>
        <a:lstStyle/>
        <a:p>
          <a:pPr>
            <a:defRPr/>
          </a:pPr>
          <a:r>
            <a:rPr lang="ru-RU"/>
            <a:t>Фактическая отражает реальные затраты рабочего времени. Она может отличаться от плановой или нормативной в силу технических сбоев, ошибок в управлении или отклонений в процессе выполнения работ. </a:t>
          </a:r>
          <a:endParaRPr lang="ru-RU"/>
        </a:p>
      </dgm:t>
    </dgm:pt>
    <dgm:pt modelId="{7D87CB79-3B03-40C9-B4D9-DDE9C2CA269D}" type="parTrans" cxnId="{13C7E6E4-0346-427E-AAB8-E8158DEC2E6F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FCE43F4-5BA8-48AC-9500-56529C340F0E}" type="sibTrans" cxnId="{13C7E6E4-0346-427E-AAB8-E8158DEC2E6F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0862B55-4C70-47F3-8F48-F088861A1D32}">
      <dgm:prSet phldrT=""/>
      <dgm:spPr bwMode="auto"/>
      <dgm:t>
        <a:bodyPr/>
        <a:lstStyle/>
        <a:p>
          <a:pPr>
            <a:defRPr/>
          </a:pPr>
          <a:r>
            <a:rPr lang="ru-RU"/>
            <a:t>Удельная показывает затраты труда на единицу продукции или услуги. Этот показатель часто используют при сравнительном анализе производительности или для оптимизации процессов. Например, сколько человеко-часов уходит на производство одной детали.</a:t>
          </a:r>
          <a:endParaRPr lang="ru-RU"/>
        </a:p>
      </dgm:t>
    </dgm:pt>
    <dgm:pt modelId="{4E8F945C-E957-4B9C-8F0C-86C91AC5E176}" type="parTrans" cxnId="{DA39DB88-9BBD-4F3B-94A5-A32282F4A63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416A6E1A-832C-4A8F-B235-703D04D7227E}" type="sibTrans" cxnId="{DA39DB88-9BBD-4F3B-94A5-A32282F4A63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CE09D5F-05C7-4C8D-A372-F6DBDC898616}" type="pres">
      <dgm:prSet presAssocID="{A44685F9-6475-4A84-A6FE-1713D94CB18C}" presName="Name0" presStyleCnt="0">
        <dgm:presLayoutVars>
          <dgm:dir val="norm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8D31AA6B-722A-470C-9CB5-8696CB485107}" type="pres">
      <dgm:prSet presAssocID="{0069BBA8-E7A8-4BFD-8016-1C4228852047}" presName="node" presStyleLbl="node1" presStyleIdx="0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AB2E3330-6601-408A-88FF-36D2FF2C5D8A}" type="pres">
      <dgm:prSet presAssocID="{50BEE461-6FEF-44CD-9641-362A5DCDE05F}" presName="sibTrans" presStyleCnt="0"/>
      <dgm:spPr bwMode="auto"/>
    </dgm:pt>
    <dgm:pt modelId="{905BC30B-42F5-4066-BEBE-FD4458F5FCF7}" type="pres">
      <dgm:prSet presAssocID="{5EE2A6F7-BDBD-487E-8281-0AFE44D713C0}" presName="node" presStyleLbl="node1" presStyleIdx="1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D0322DA-FA3A-4B75-8842-11C29B93DF01}" type="pres">
      <dgm:prSet presAssocID="{3B57EAA4-F1DE-4C83-BFA8-7F182FAC8768}" presName="sibTrans" presStyleCnt="0"/>
      <dgm:spPr bwMode="auto"/>
    </dgm:pt>
    <dgm:pt modelId="{D3EB80F2-3297-472F-84DA-6F32D565A256}" type="pres">
      <dgm:prSet presAssocID="{14851065-2F2D-4E89-80C5-963D9F3CCFE1}" presName="node" presStyleLbl="node1" presStyleIdx="2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468EACB-445F-4384-A877-8D4F206D8699}" type="pres">
      <dgm:prSet presAssocID="{CFCE43F4-5BA8-48AC-9500-56529C340F0E}" presName="sibTrans" presStyleCnt="0"/>
      <dgm:spPr bwMode="auto"/>
    </dgm:pt>
    <dgm:pt modelId="{DA8BBCF5-7F9F-433A-8F0C-30963F82FA4D}" type="pres">
      <dgm:prSet presAssocID="{80862B55-4C70-47F3-8F48-F088861A1D32}" presName="node" presStyleLbl="node1" presStyleIdx="3" presStyleCnt="4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541FAC3F-321C-4DC9-9C74-4D7FD5773A28}" type="presOf" srcId="{A44685F9-6475-4A84-A6FE-1713D94CB18C}" destId="{5CE09D5F-05C7-4C8D-A372-F6DBDC898616}" srcOrd="0" destOrd="0" presId="urn:microsoft.com/office/officeart/2005/8/layout/hList6"/>
    <dgm:cxn modelId="{55AD0A24-8AA5-477F-9F24-394C27194200}" type="presOf" srcId="{80862B55-4C70-47F3-8F48-F088861A1D32}" destId="{DA8BBCF5-7F9F-433A-8F0C-30963F82FA4D}" srcOrd="0" destOrd="0" presId="urn:microsoft.com/office/officeart/2005/8/layout/hList6"/>
    <dgm:cxn modelId="{A23EE6A8-BDC6-416C-9688-4C2DAB64BE55}" type="presOf" srcId="{5EE2A6F7-BDBD-487E-8281-0AFE44D713C0}" destId="{905BC30B-42F5-4066-BEBE-FD4458F5FCF7}" srcOrd="0" destOrd="0" presId="urn:microsoft.com/office/officeart/2005/8/layout/hList6"/>
    <dgm:cxn modelId="{0371EA5D-7EB4-4531-BB62-618A29D49043}" type="presOf" srcId="{14851065-2F2D-4E89-80C5-963D9F3CCFE1}" destId="{D3EB80F2-3297-472F-84DA-6F32D565A256}" srcOrd="0" destOrd="0" presId="urn:microsoft.com/office/officeart/2005/8/layout/hList6"/>
    <dgm:cxn modelId="{44DC19CF-BD7F-4C00-9F09-E487F3F1C47A}" srcId="{A44685F9-6475-4A84-A6FE-1713D94CB18C}" destId="{5EE2A6F7-BDBD-487E-8281-0AFE44D713C0}" srcOrd="1" destOrd="0" parTransId="{1DCBE331-400A-4C66-A38B-E83EE70F2021}" sibTransId="{3B57EAA4-F1DE-4C83-BFA8-7F182FAC8768}"/>
    <dgm:cxn modelId="{DA39DB88-9BBD-4F3B-94A5-A32282F4A630}" srcId="{A44685F9-6475-4A84-A6FE-1713D94CB18C}" destId="{80862B55-4C70-47F3-8F48-F088861A1D32}" srcOrd="3" destOrd="0" parTransId="{4E8F945C-E957-4B9C-8F0C-86C91AC5E176}" sibTransId="{416A6E1A-832C-4A8F-B235-703D04D7227E}"/>
    <dgm:cxn modelId="{303345B7-4AC9-4EED-BA9E-6D608275C47C}" type="presOf" srcId="{0069BBA8-E7A8-4BFD-8016-1C4228852047}" destId="{8D31AA6B-722A-470C-9CB5-8696CB485107}" srcOrd="0" destOrd="0" presId="urn:microsoft.com/office/officeart/2005/8/layout/hList6"/>
    <dgm:cxn modelId="{B934C84D-7FAA-4D84-BE12-FD8A793CBACA}" srcId="{A44685F9-6475-4A84-A6FE-1713D94CB18C}" destId="{0069BBA8-E7A8-4BFD-8016-1C4228852047}" srcOrd="0" destOrd="0" parTransId="{E7B23D95-6A0C-4126-BFD8-BD0332ABCAF4}" sibTransId="{50BEE461-6FEF-44CD-9641-362A5DCDE05F}"/>
    <dgm:cxn modelId="{13C7E6E4-0346-427E-AAB8-E8158DEC2E6F}" srcId="{A44685F9-6475-4A84-A6FE-1713D94CB18C}" destId="{14851065-2F2D-4E89-80C5-963D9F3CCFE1}" srcOrd="2" destOrd="0" parTransId="{7D87CB79-3B03-40C9-B4D9-DDE9C2CA269D}" sibTransId="{CFCE43F4-5BA8-48AC-9500-56529C340F0E}"/>
    <dgm:cxn modelId="{ED57E5E7-1989-47D3-B71D-FE06E2B4D01F}" type="presParOf" srcId="{5CE09D5F-05C7-4C8D-A372-F6DBDC898616}" destId="{8D31AA6B-722A-470C-9CB5-8696CB485107}" srcOrd="0" destOrd="0" presId="urn:microsoft.com/office/officeart/2005/8/layout/hList6"/>
    <dgm:cxn modelId="{5067CA28-1F14-4970-84D2-DD0189B52792}" type="presParOf" srcId="{5CE09D5F-05C7-4C8D-A372-F6DBDC898616}" destId="{AB2E3330-6601-408A-88FF-36D2FF2C5D8A}" srcOrd="1" destOrd="0" presId="urn:microsoft.com/office/officeart/2005/8/layout/hList6"/>
    <dgm:cxn modelId="{359A8880-E86B-4308-B01C-74DA57F53398}" type="presParOf" srcId="{5CE09D5F-05C7-4C8D-A372-F6DBDC898616}" destId="{905BC30B-42F5-4066-BEBE-FD4458F5FCF7}" srcOrd="2" destOrd="0" presId="urn:microsoft.com/office/officeart/2005/8/layout/hList6"/>
    <dgm:cxn modelId="{F2D0DC0D-221F-4EBA-8D02-1A591EDF0E16}" type="presParOf" srcId="{5CE09D5F-05C7-4C8D-A372-F6DBDC898616}" destId="{CD0322DA-FA3A-4B75-8842-11C29B93DF01}" srcOrd="3" destOrd="0" presId="urn:microsoft.com/office/officeart/2005/8/layout/hList6"/>
    <dgm:cxn modelId="{C54E8E1F-26A7-4250-9300-F1013B0C3494}" type="presParOf" srcId="{5CE09D5F-05C7-4C8D-A372-F6DBDC898616}" destId="{D3EB80F2-3297-472F-84DA-6F32D565A256}" srcOrd="4" destOrd="0" presId="urn:microsoft.com/office/officeart/2005/8/layout/hList6"/>
    <dgm:cxn modelId="{DCDD078F-B55F-47FD-B12D-38A785657CBF}" type="presParOf" srcId="{5CE09D5F-05C7-4C8D-A372-F6DBDC898616}" destId="{D468EACB-445F-4384-A877-8D4F206D8699}" srcOrd="5" destOrd="0" presId="urn:microsoft.com/office/officeart/2005/8/layout/hList6"/>
    <dgm:cxn modelId="{13F06C19-C5F0-4CE2-B4A6-60431EC36C07}" type="presParOf" srcId="{5CE09D5F-05C7-4C8D-A372-F6DBDC898616}" destId="{DA8BBCF5-7F9F-433A-8F0C-30963F82FA4D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A44685F9-6475-4A84-A6FE-1713D94CB18C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9FBE2E8D-5AF4-4B67-80E6-A55E1F87BBCD}">
      <dgm:prSet phldrT=""/>
      <dgm:spPr bwMode="auto"/>
      <dgm:t>
        <a:bodyPr/>
        <a:lstStyle/>
        <a:p>
          <a:pPr>
            <a:defRPr/>
          </a:pPr>
          <a:r>
            <a:rPr lang="ru-RU" b="1" i="0"/>
            <a:t>Технологическая</a:t>
          </a:r>
          <a:r>
            <a:rPr lang="ru-RU" b="0" i="0"/>
            <a:t> — это время, которое сотрудники тратят непосредственно на выполнение основной работы: изготовление продукции, оказание услуги или реализацию проекта. </a:t>
          </a:r>
          <a:endParaRPr lang="ru-RU" b="0" i="0"/>
        </a:p>
      </dgm:t>
    </dgm:pt>
    <dgm:pt modelId="{AA7C198C-7FEA-4859-B467-0C40F9B3F57B}" type="parTrans" cxnId="{CA4A6CA0-7621-48E6-AECA-3DFB555D95F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30B1D52-D5F1-4B8C-8113-01072CC96035}" type="sibTrans" cxnId="{CA4A6CA0-7621-48E6-AECA-3DFB555D95F7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BA13C15-1959-4ECC-A53C-0A72D7E10BA4}">
      <dgm:prSet phldrT=""/>
      <dgm:spPr bwMode="auto"/>
      <dgm:t>
        <a:bodyPr/>
        <a:lstStyle/>
        <a:p>
          <a:pPr>
            <a:defRPr/>
          </a:pPr>
          <a:r>
            <a:rPr lang="ru-RU" b="1" i="0"/>
            <a:t>Сервисная</a:t>
          </a:r>
          <a:r>
            <a:rPr lang="ru-RU" b="0" i="0"/>
            <a:t> — это время на вспомогательные задачи, без которых основная работа невозможна. </a:t>
          </a:r>
          <a:endParaRPr lang="ru-RU" b="0" i="0"/>
        </a:p>
      </dgm:t>
    </dgm:pt>
    <dgm:pt modelId="{C045764C-D297-41E5-AD35-7EB932248A60}" type="parTrans" cxnId="{958D56CA-ED3A-4E04-965B-BF934A44E00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8DE52C0-6905-47EA-8619-93FDE1D5E940}" type="sibTrans" cxnId="{958D56CA-ED3A-4E04-965B-BF934A44E00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50D5EC7-727E-44BD-AF82-E138A5792D4E}">
      <dgm:prSet phldrT=""/>
      <dgm:spPr bwMode="auto"/>
      <dgm:t>
        <a:bodyPr/>
        <a:lstStyle/>
        <a:p>
          <a:pPr>
            <a:defRPr/>
          </a:pPr>
          <a:r>
            <a:rPr lang="ru-RU" b="1" i="0"/>
            <a:t>Производственная</a:t>
          </a:r>
          <a:r>
            <a:rPr lang="ru-RU" b="0" i="0"/>
            <a:t> — общее время, затраченное на производство, с учетом как основной работы, так и вспомогательных процессов. Это сумма технологической и сервисной трудоемкости. </a:t>
          </a:r>
          <a:endParaRPr lang="ru-RU" b="0" i="0"/>
        </a:p>
      </dgm:t>
    </dgm:pt>
    <dgm:pt modelId="{27CFA59F-663C-4022-8E45-4178A8869347}" type="parTrans" cxnId="{66BD819D-BD93-4F65-A2C9-82400F38349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27BADA2-BF2D-467E-935E-2AB03C6D653A}" type="sibTrans" cxnId="{66BD819D-BD93-4F65-A2C9-82400F38349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29EF46A-F5A6-4234-8685-02283D380464}">
      <dgm:prSet phldrT=""/>
      <dgm:spPr bwMode="auto"/>
      <dgm:t>
        <a:bodyPr/>
        <a:lstStyle/>
        <a:p>
          <a:pPr>
            <a:defRPr/>
          </a:pPr>
          <a:r>
            <a:rPr lang="ru-RU" b="1" i="0"/>
            <a:t>Управленческая </a:t>
          </a:r>
          <a:r>
            <a:rPr lang="ru-RU" b="0" i="0"/>
            <a:t>— это время, которое тратят руководители и менеджеры. В него входят планирование, организация работы команды, контроль, обучение, внедрение улучшений. </a:t>
          </a:r>
          <a:endParaRPr lang="ru-RU" b="0" i="0"/>
        </a:p>
      </dgm:t>
    </dgm:pt>
    <dgm:pt modelId="{0342A1DF-9C74-4FD5-BF46-63ADEAE45FB1}" type="parTrans" cxnId="{C0D9546D-7F3A-47F8-9370-8B56469DF29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8382A77-F416-471F-BC6C-1B69BFE1B79A}" type="sibTrans" cxnId="{C0D9546D-7F3A-47F8-9370-8B56469DF29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BA93EBB-48ED-4268-B370-44CE6AA99F28}">
      <dgm:prSet phldrT=""/>
      <dgm:spPr bwMode="auto"/>
      <dgm:t>
        <a:bodyPr/>
        <a:lstStyle/>
        <a:p>
          <a:pPr>
            <a:defRPr/>
          </a:pPr>
          <a:r>
            <a:rPr lang="ru-RU" b="1" i="0"/>
            <a:t>Полная</a:t>
          </a:r>
          <a:r>
            <a:rPr lang="ru-RU" b="0" i="0"/>
            <a:t> — это всё рабочее время, которое понадобилось всем сотрудникам компании, чтобы выпустить продукцию или оказать услугу. Сюда входят и производственные, и управленческие затраты</a:t>
          </a:r>
          <a:endParaRPr lang="ru-RU" b="0" i="0"/>
        </a:p>
      </dgm:t>
    </dgm:pt>
    <dgm:pt modelId="{AA6D7CF3-D16B-427D-9861-0F46D1C7EDE0}" type="parTrans" cxnId="{F7B42DBB-8B43-4AD0-AB9F-93023BA79A3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D8E0498-99B6-4963-ADD4-BE9101EFAF62}" type="sibTrans" cxnId="{F7B42DBB-8B43-4AD0-AB9F-93023BA79A3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14F6114-6E86-4E14-A6E3-26DBD34D1DCB}" type="pres">
      <dgm:prSet presAssocID="{A44685F9-6475-4A84-A6FE-1713D94CB18C}" presName="vert0" presStyleCnt="0">
        <dgm:presLayoutVars>
          <dgm:dir val="norm"/>
          <dgm:animOne val="branch"/>
          <dgm:animLvl val="lvl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A91D5074-1CFE-4240-9E30-E8AB2B309925}" type="pres">
      <dgm:prSet presAssocID="{9FBE2E8D-5AF4-4B67-80E6-A55E1F87BBCD}" presName="thickLine" presStyleLbl="alignNode1" presStyleIdx="0" presStyleCnt="5"/>
      <dgm:spPr bwMode="auto"/>
    </dgm:pt>
    <dgm:pt modelId="{8B6811E8-7E18-4521-8799-4C289A0EA889}" type="pres">
      <dgm:prSet presAssocID="{9FBE2E8D-5AF4-4B67-80E6-A55E1F87BBCD}" presName="horz1" presStyleCnt="0"/>
      <dgm:spPr bwMode="auto"/>
    </dgm:pt>
    <dgm:pt modelId="{80787957-9DC1-4441-A790-4EFF569664BA}" type="pres">
      <dgm:prSet presAssocID="{9FBE2E8D-5AF4-4B67-80E6-A55E1F87BBCD}" presName="tx1" presStyleLbl="revTx" presStyleIdx="0" presStyleCnt="5"/>
      <dgm:spPr bwMode="auto"/>
      <dgm:t>
        <a:bodyPr/>
        <a:lstStyle/>
        <a:p>
          <a:pPr>
            <a:defRPr/>
          </a:pPr>
          <a:endParaRPr lang="ru-RU"/>
        </a:p>
      </dgm:t>
    </dgm:pt>
    <dgm:pt modelId="{3C704A00-7ADC-4D62-B750-15BC4B8D5395}" type="pres">
      <dgm:prSet presAssocID="{9FBE2E8D-5AF4-4B67-80E6-A55E1F87BBCD}" presName="vert1" presStyleCnt="0"/>
      <dgm:spPr bwMode="auto"/>
    </dgm:pt>
    <dgm:pt modelId="{E8760008-4FC3-43FE-B792-D04E45CD2F6B}" type="pres">
      <dgm:prSet presAssocID="{1BA13C15-1959-4ECC-A53C-0A72D7E10BA4}" presName="thickLine" presStyleLbl="alignNode1" presStyleIdx="1" presStyleCnt="5"/>
      <dgm:spPr bwMode="auto"/>
    </dgm:pt>
    <dgm:pt modelId="{388479EE-96F9-455B-8992-5BC40804184F}" type="pres">
      <dgm:prSet presAssocID="{1BA13C15-1959-4ECC-A53C-0A72D7E10BA4}" presName="horz1" presStyleCnt="0"/>
      <dgm:spPr bwMode="auto"/>
    </dgm:pt>
    <dgm:pt modelId="{66F076B2-365F-4FBE-893C-36363D5C75AB}" type="pres">
      <dgm:prSet presAssocID="{1BA13C15-1959-4ECC-A53C-0A72D7E10BA4}" presName="tx1" presStyleLbl="revTx" presStyleIdx="1" presStyleCnt="5"/>
      <dgm:spPr bwMode="auto"/>
      <dgm:t>
        <a:bodyPr/>
        <a:lstStyle/>
        <a:p>
          <a:pPr>
            <a:defRPr/>
          </a:pPr>
          <a:endParaRPr lang="ru-RU"/>
        </a:p>
      </dgm:t>
    </dgm:pt>
    <dgm:pt modelId="{2EC29628-16D2-4175-9813-5F5D0AA2CE50}" type="pres">
      <dgm:prSet presAssocID="{1BA13C15-1959-4ECC-A53C-0A72D7E10BA4}" presName="vert1" presStyleCnt="0"/>
      <dgm:spPr bwMode="auto"/>
    </dgm:pt>
    <dgm:pt modelId="{C00A2892-2C46-487D-94F6-0A103F9BA820}" type="pres">
      <dgm:prSet presAssocID="{850D5EC7-727E-44BD-AF82-E138A5792D4E}" presName="thickLine" presStyleLbl="alignNode1" presStyleIdx="2" presStyleCnt="5"/>
      <dgm:spPr bwMode="auto"/>
    </dgm:pt>
    <dgm:pt modelId="{6CD8FA44-B446-452E-99D2-2A03F6A8E9CD}" type="pres">
      <dgm:prSet presAssocID="{850D5EC7-727E-44BD-AF82-E138A5792D4E}" presName="horz1" presStyleCnt="0"/>
      <dgm:spPr bwMode="auto"/>
    </dgm:pt>
    <dgm:pt modelId="{34D2977A-527F-45EA-B1E3-8763E90720D3}" type="pres">
      <dgm:prSet presAssocID="{850D5EC7-727E-44BD-AF82-E138A5792D4E}" presName="tx1" presStyleLbl="revTx" presStyleIdx="2" presStyleCnt="5"/>
      <dgm:spPr bwMode="auto"/>
      <dgm:t>
        <a:bodyPr/>
        <a:lstStyle/>
        <a:p>
          <a:pPr>
            <a:defRPr/>
          </a:pPr>
          <a:endParaRPr lang="ru-RU"/>
        </a:p>
      </dgm:t>
    </dgm:pt>
    <dgm:pt modelId="{4661C4A9-120F-47E1-BFC3-F11ED194284A}" type="pres">
      <dgm:prSet presAssocID="{850D5EC7-727E-44BD-AF82-E138A5792D4E}" presName="vert1" presStyleCnt="0"/>
      <dgm:spPr bwMode="auto"/>
    </dgm:pt>
    <dgm:pt modelId="{A3807ED2-0F80-4709-B275-E097F97CB012}" type="pres">
      <dgm:prSet presAssocID="{229EF46A-F5A6-4234-8685-02283D380464}" presName="thickLine" presStyleLbl="alignNode1" presStyleIdx="3" presStyleCnt="5"/>
      <dgm:spPr bwMode="auto"/>
    </dgm:pt>
    <dgm:pt modelId="{6449D346-2554-47A8-B4EC-9B06F9ECFC6F}" type="pres">
      <dgm:prSet presAssocID="{229EF46A-F5A6-4234-8685-02283D380464}" presName="horz1" presStyleCnt="0"/>
      <dgm:spPr bwMode="auto"/>
    </dgm:pt>
    <dgm:pt modelId="{739C07FF-1B40-476D-82A3-37FFBA8F3F22}" type="pres">
      <dgm:prSet presAssocID="{229EF46A-F5A6-4234-8685-02283D380464}" presName="tx1" presStyleLbl="revTx" presStyleIdx="3" presStyleCnt="5"/>
      <dgm:spPr bwMode="auto"/>
      <dgm:t>
        <a:bodyPr/>
        <a:lstStyle/>
        <a:p>
          <a:pPr>
            <a:defRPr/>
          </a:pPr>
          <a:endParaRPr lang="ru-RU"/>
        </a:p>
      </dgm:t>
    </dgm:pt>
    <dgm:pt modelId="{4E32CFB5-AED7-477C-A641-AA5913A70579}" type="pres">
      <dgm:prSet presAssocID="{229EF46A-F5A6-4234-8685-02283D380464}" presName="vert1" presStyleCnt="0"/>
      <dgm:spPr bwMode="auto"/>
    </dgm:pt>
    <dgm:pt modelId="{5E6BD6AB-F396-48FB-91A3-E0A50D9D26C0}" type="pres">
      <dgm:prSet presAssocID="{DBA93EBB-48ED-4268-B370-44CE6AA99F28}" presName="thickLine" presStyleLbl="alignNode1" presStyleIdx="4" presStyleCnt="5"/>
      <dgm:spPr bwMode="auto"/>
    </dgm:pt>
    <dgm:pt modelId="{4001ADB1-0A74-4543-A29C-6BEBC3A3C048}" type="pres">
      <dgm:prSet presAssocID="{DBA93EBB-48ED-4268-B370-44CE6AA99F28}" presName="horz1" presStyleCnt="0"/>
      <dgm:spPr bwMode="auto"/>
    </dgm:pt>
    <dgm:pt modelId="{DFB94E94-8513-420C-8B17-BBA0C0730FCA}" type="pres">
      <dgm:prSet presAssocID="{DBA93EBB-48ED-4268-B370-44CE6AA99F28}" presName="tx1" presStyleLbl="revTx" presStyleIdx="4" presStyleCnt="5"/>
      <dgm:spPr bwMode="auto"/>
      <dgm:t>
        <a:bodyPr/>
        <a:lstStyle/>
        <a:p>
          <a:pPr>
            <a:defRPr/>
          </a:pPr>
          <a:endParaRPr lang="ru-RU"/>
        </a:p>
      </dgm:t>
    </dgm:pt>
    <dgm:pt modelId="{AA828BEE-51C2-4F97-BA23-47E08B16DC8F}" type="pres">
      <dgm:prSet presAssocID="{DBA93EBB-48ED-4268-B370-44CE6AA99F28}" presName="vert1" presStyleCnt="0"/>
      <dgm:spPr bwMode="auto"/>
    </dgm:pt>
  </dgm:ptLst>
  <dgm:cxnLst>
    <dgm:cxn modelId="{3E6C50B2-1204-425F-BADD-CC4B5F42CDDD}" type="presOf" srcId="{9FBE2E8D-5AF4-4B67-80E6-A55E1F87BBCD}" destId="{80787957-9DC1-4441-A790-4EFF569664BA}" srcOrd="0" destOrd="0" presId="urn:microsoft.com/office/officeart/2008/layout/LinedList"/>
    <dgm:cxn modelId="{6011BA3A-B9ED-4786-8F0C-F1E25800E14C}" type="presOf" srcId="{850D5EC7-727E-44BD-AF82-E138A5792D4E}" destId="{34D2977A-527F-45EA-B1E3-8763E90720D3}" srcOrd="0" destOrd="0" presId="urn:microsoft.com/office/officeart/2008/layout/LinedList"/>
    <dgm:cxn modelId="{45EE3E9A-B847-4CF9-A1BB-66B034FA6E6E}" type="presOf" srcId="{DBA93EBB-48ED-4268-B370-44CE6AA99F28}" destId="{DFB94E94-8513-420C-8B17-BBA0C0730FCA}" srcOrd="0" destOrd="0" presId="urn:microsoft.com/office/officeart/2008/layout/LinedList"/>
    <dgm:cxn modelId="{29A7E4F0-8E2E-4B73-B026-5F09DDC93809}" type="presOf" srcId="{1BA13C15-1959-4ECC-A53C-0A72D7E10BA4}" destId="{66F076B2-365F-4FBE-893C-36363D5C75AB}" srcOrd="0" destOrd="0" presId="urn:microsoft.com/office/officeart/2008/layout/LinedList"/>
    <dgm:cxn modelId="{5B4A062A-7EDC-4DA7-AB4C-73EDEC513DEA}" type="presOf" srcId="{229EF46A-F5A6-4234-8685-02283D380464}" destId="{739C07FF-1B40-476D-82A3-37FFBA8F3F22}" srcOrd="0" destOrd="0" presId="urn:microsoft.com/office/officeart/2008/layout/LinedList"/>
    <dgm:cxn modelId="{958D56CA-ED3A-4E04-965B-BF934A44E002}" srcId="{A44685F9-6475-4A84-A6FE-1713D94CB18C}" destId="{1BA13C15-1959-4ECC-A53C-0A72D7E10BA4}" srcOrd="1" destOrd="0" parTransId="{C045764C-D297-41E5-AD35-7EB932248A60}" sibTransId="{38DE52C0-6905-47EA-8619-93FDE1D5E940}"/>
    <dgm:cxn modelId="{CA4A6CA0-7621-48E6-AECA-3DFB555D95F7}" srcId="{A44685F9-6475-4A84-A6FE-1713D94CB18C}" destId="{9FBE2E8D-5AF4-4B67-80E6-A55E1F87BBCD}" srcOrd="0" destOrd="0" parTransId="{AA7C198C-7FEA-4859-B467-0C40F9B3F57B}" sibTransId="{C30B1D52-D5F1-4B8C-8113-01072CC96035}"/>
    <dgm:cxn modelId="{C0D9546D-7F3A-47F8-9370-8B56469DF295}" srcId="{A44685F9-6475-4A84-A6FE-1713D94CB18C}" destId="{229EF46A-F5A6-4234-8685-02283D380464}" srcOrd="3" destOrd="0" parTransId="{0342A1DF-9C74-4FD5-BF46-63ADEAE45FB1}" sibTransId="{E8382A77-F416-471F-BC6C-1B69BFE1B79A}"/>
    <dgm:cxn modelId="{F7B42DBB-8B43-4AD0-AB9F-93023BA79A3B}" srcId="{A44685F9-6475-4A84-A6FE-1713D94CB18C}" destId="{DBA93EBB-48ED-4268-B370-44CE6AA99F28}" srcOrd="4" destOrd="0" parTransId="{AA6D7CF3-D16B-427D-9861-0F46D1C7EDE0}" sibTransId="{0D8E0498-99B6-4963-ADD4-BE9101EFAF62}"/>
    <dgm:cxn modelId="{95979A84-3A2E-4C7F-B876-08B2F7290406}" type="presOf" srcId="{A44685F9-6475-4A84-A6FE-1713D94CB18C}" destId="{D14F6114-6E86-4E14-A6E3-26DBD34D1DCB}" srcOrd="0" destOrd="0" presId="urn:microsoft.com/office/officeart/2008/layout/LinedList"/>
    <dgm:cxn modelId="{66BD819D-BD93-4F65-A2C9-82400F38349B}" srcId="{A44685F9-6475-4A84-A6FE-1713D94CB18C}" destId="{850D5EC7-727E-44BD-AF82-E138A5792D4E}" srcOrd="2" destOrd="0" parTransId="{27CFA59F-663C-4022-8E45-4178A8869347}" sibTransId="{027BADA2-BF2D-467E-935E-2AB03C6D653A}"/>
    <dgm:cxn modelId="{68B20466-29F9-41FB-B032-6D1802293EEC}" type="presParOf" srcId="{D14F6114-6E86-4E14-A6E3-26DBD34D1DCB}" destId="{A91D5074-1CFE-4240-9E30-E8AB2B309925}" srcOrd="0" destOrd="0" presId="urn:microsoft.com/office/officeart/2008/layout/LinedList"/>
    <dgm:cxn modelId="{C0C1E311-5618-4DAA-9724-A3FD24CD5F2A}" type="presParOf" srcId="{D14F6114-6E86-4E14-A6E3-26DBD34D1DCB}" destId="{8B6811E8-7E18-4521-8799-4C289A0EA889}" srcOrd="1" destOrd="0" presId="urn:microsoft.com/office/officeart/2008/layout/LinedList"/>
    <dgm:cxn modelId="{BFFF3C19-A489-49EC-AB23-64A848D50060}" type="presParOf" srcId="{8B6811E8-7E18-4521-8799-4C289A0EA889}" destId="{80787957-9DC1-4441-A790-4EFF569664BA}" srcOrd="0" destOrd="0" presId="urn:microsoft.com/office/officeart/2008/layout/LinedList"/>
    <dgm:cxn modelId="{1E7F255E-5074-4DAF-98C5-30D9C58EE7CC}" type="presParOf" srcId="{8B6811E8-7E18-4521-8799-4C289A0EA889}" destId="{3C704A00-7ADC-4D62-B750-15BC4B8D5395}" srcOrd="1" destOrd="0" presId="urn:microsoft.com/office/officeart/2008/layout/LinedList"/>
    <dgm:cxn modelId="{F0834E9C-5F4E-41BE-A4C9-458F9136C473}" type="presParOf" srcId="{D14F6114-6E86-4E14-A6E3-26DBD34D1DCB}" destId="{E8760008-4FC3-43FE-B792-D04E45CD2F6B}" srcOrd="2" destOrd="0" presId="urn:microsoft.com/office/officeart/2008/layout/LinedList"/>
    <dgm:cxn modelId="{1E7307D4-1236-45FF-90C7-FAF01F2B4185}" type="presParOf" srcId="{D14F6114-6E86-4E14-A6E3-26DBD34D1DCB}" destId="{388479EE-96F9-455B-8992-5BC40804184F}" srcOrd="3" destOrd="0" presId="urn:microsoft.com/office/officeart/2008/layout/LinedList"/>
    <dgm:cxn modelId="{BBD2649E-B045-4875-AF5B-06FB6BCFA518}" type="presParOf" srcId="{388479EE-96F9-455B-8992-5BC40804184F}" destId="{66F076B2-365F-4FBE-893C-36363D5C75AB}" srcOrd="0" destOrd="0" presId="urn:microsoft.com/office/officeart/2008/layout/LinedList"/>
    <dgm:cxn modelId="{0E3C351F-52E7-45E0-86A5-AF3C7B41C336}" type="presParOf" srcId="{388479EE-96F9-455B-8992-5BC40804184F}" destId="{2EC29628-16D2-4175-9813-5F5D0AA2CE50}" srcOrd="1" destOrd="0" presId="urn:microsoft.com/office/officeart/2008/layout/LinedList"/>
    <dgm:cxn modelId="{F9D3EF87-E9D2-4772-A6E2-F27F48FFCF24}" type="presParOf" srcId="{D14F6114-6E86-4E14-A6E3-26DBD34D1DCB}" destId="{C00A2892-2C46-487D-94F6-0A103F9BA820}" srcOrd="4" destOrd="0" presId="urn:microsoft.com/office/officeart/2008/layout/LinedList"/>
    <dgm:cxn modelId="{E7586609-CCAF-4160-83BA-1F4E4149B95C}" type="presParOf" srcId="{D14F6114-6E86-4E14-A6E3-26DBD34D1DCB}" destId="{6CD8FA44-B446-452E-99D2-2A03F6A8E9CD}" srcOrd="5" destOrd="0" presId="urn:microsoft.com/office/officeart/2008/layout/LinedList"/>
    <dgm:cxn modelId="{3A386E79-DDDB-41CE-8D7F-1990C7F534F2}" type="presParOf" srcId="{6CD8FA44-B446-452E-99D2-2A03F6A8E9CD}" destId="{34D2977A-527F-45EA-B1E3-8763E90720D3}" srcOrd="0" destOrd="0" presId="urn:microsoft.com/office/officeart/2008/layout/LinedList"/>
    <dgm:cxn modelId="{67ECFE3B-DA76-4DE7-8DB2-6CA1AF8446DD}" type="presParOf" srcId="{6CD8FA44-B446-452E-99D2-2A03F6A8E9CD}" destId="{4661C4A9-120F-47E1-BFC3-F11ED194284A}" srcOrd="1" destOrd="0" presId="urn:microsoft.com/office/officeart/2008/layout/LinedList"/>
    <dgm:cxn modelId="{5520AC33-6864-4BD3-9CE7-46007089A9DF}" type="presParOf" srcId="{D14F6114-6E86-4E14-A6E3-26DBD34D1DCB}" destId="{A3807ED2-0F80-4709-B275-E097F97CB012}" srcOrd="6" destOrd="0" presId="urn:microsoft.com/office/officeart/2008/layout/LinedList"/>
    <dgm:cxn modelId="{A048DD05-FD9A-4A72-AC07-C89C90EE6375}" type="presParOf" srcId="{D14F6114-6E86-4E14-A6E3-26DBD34D1DCB}" destId="{6449D346-2554-47A8-B4EC-9B06F9ECFC6F}" srcOrd="7" destOrd="0" presId="urn:microsoft.com/office/officeart/2008/layout/LinedList"/>
    <dgm:cxn modelId="{CCC9DB00-11D6-47DA-9C32-402403CDFFA0}" type="presParOf" srcId="{6449D346-2554-47A8-B4EC-9B06F9ECFC6F}" destId="{739C07FF-1B40-476D-82A3-37FFBA8F3F22}" srcOrd="0" destOrd="0" presId="urn:microsoft.com/office/officeart/2008/layout/LinedList"/>
    <dgm:cxn modelId="{0BB332D7-8D62-4E35-A448-36AFB55811EC}" type="presParOf" srcId="{6449D346-2554-47A8-B4EC-9B06F9ECFC6F}" destId="{4E32CFB5-AED7-477C-A641-AA5913A70579}" srcOrd="1" destOrd="0" presId="urn:microsoft.com/office/officeart/2008/layout/LinedList"/>
    <dgm:cxn modelId="{4C010422-45E7-42DE-8561-98570A8C8AE3}" type="presParOf" srcId="{D14F6114-6E86-4E14-A6E3-26DBD34D1DCB}" destId="{5E6BD6AB-F396-48FB-91A3-E0A50D9D26C0}" srcOrd="8" destOrd="0" presId="urn:microsoft.com/office/officeart/2008/layout/LinedList"/>
    <dgm:cxn modelId="{47AC100F-E354-4807-8285-BDA821EF4064}" type="presParOf" srcId="{D14F6114-6E86-4E14-A6E3-26DBD34D1DCB}" destId="{4001ADB1-0A74-4543-A29C-6BEBC3A3C048}" srcOrd="9" destOrd="0" presId="urn:microsoft.com/office/officeart/2008/layout/LinedList"/>
    <dgm:cxn modelId="{0556116D-CC64-4E98-869C-EBECE2EB19A1}" type="presParOf" srcId="{4001ADB1-0A74-4543-A29C-6BEBC3A3C048}" destId="{DFB94E94-8513-420C-8B17-BBA0C0730FCA}" srcOrd="0" destOrd="0" presId="urn:microsoft.com/office/officeart/2008/layout/LinedList"/>
    <dgm:cxn modelId="{2BE0A37C-E67E-4D71-A529-85DC23C6A053}" type="presParOf" srcId="{4001ADB1-0A74-4543-A29C-6BEBC3A3C048}" destId="{AA828BEE-51C2-4F97-BA23-47E08B16DC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C8617B9-B025-49C8-A252-7A7AA4CB2315}" type="doc">
      <dgm:prSet loTypeId="urn:microsoft.com/office/officeart/2005/8/layout/vList2" loCatId="list" qsTypeId="urn:microsoft.com/office/officeart/2005/8/quickstyle/3d3" qsCatId="3D" csTypeId="urn:microsoft.com/office/officeart/2005/8/colors/colorful1#54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DDBDB553-33E4-404A-8291-270BDBC90DC8}">
      <dgm:prSet phldrT="[Текст]"/>
      <dgm:spPr bwMode="auto"/>
      <dgm:t>
        <a:bodyPr/>
        <a:lstStyle/>
        <a:p>
          <a:pPr>
            <a:defRPr/>
          </a:pPr>
          <a:r>
            <a:rPr lang="ru-RU" b="1">
              <a:latin typeface="Times New Roman"/>
              <a:cs typeface="Times New Roman"/>
            </a:rPr>
            <a:t>Технологическая трудоемкость </a:t>
          </a:r>
          <a:r>
            <a:rPr lang="ru-RU">
              <a:latin typeface="Times New Roman"/>
              <a:cs typeface="Times New Roman"/>
            </a:rPr>
            <a:t>  </a:t>
          </a:r>
          <a:endParaRPr lang="ru-RU">
            <a:latin typeface="Times New Roman"/>
            <a:cs typeface="Times New Roman"/>
          </a:endParaRPr>
        </a:p>
      </dgm:t>
    </dgm:pt>
    <dgm:pt modelId="{F61D42B0-8FB7-4648-940D-A888BAFFCFE9}" type="parTrans" cxnId="{3E4B8A99-0CF4-4145-9799-6D15C9CB6DB8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D353DDA-0762-4CAD-88C5-4FDC25DA0513}" type="sibTrans" cxnId="{3E4B8A99-0CF4-4145-9799-6D15C9CB6DB8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DA0A1E4-F6D8-4CAD-8346-A97220186A20}">
      <dgm:prSet phldrT="[Текст]" custT="1"/>
      <dgm:spPr bwMode="auto"/>
      <dgm:t>
        <a:bodyPr/>
        <a:lstStyle/>
        <a:p>
          <a:pPr>
            <a:defRPr/>
          </a:pPr>
          <a:r>
            <a:rPr lang="ru-RU" sz="2000">
              <a:latin typeface="Times New Roman"/>
              <a:cs typeface="Times New Roman"/>
            </a:rPr>
            <a:t>Т </a:t>
          </a:r>
          <a:r>
            <a:rPr lang="ru-RU" sz="2000">
              <a:latin typeface="Times New Roman"/>
              <a:cs typeface="Times New Roman"/>
            </a:rPr>
            <a:t>техн</a:t>
          </a:r>
          <a:r>
            <a:rPr lang="ru-RU" sz="2000">
              <a:latin typeface="Times New Roman"/>
              <a:cs typeface="Times New Roman"/>
            </a:rPr>
            <a:t>. = Т </a:t>
          </a:r>
          <a:r>
            <a:rPr lang="ru-RU" sz="2000">
              <a:latin typeface="Times New Roman"/>
              <a:cs typeface="Times New Roman"/>
            </a:rPr>
            <a:t>сд</a:t>
          </a:r>
          <a:r>
            <a:rPr lang="ru-RU" sz="2000">
              <a:latin typeface="Times New Roman"/>
              <a:cs typeface="Times New Roman"/>
            </a:rPr>
            <a:t>. </a:t>
          </a:r>
          <a:r>
            <a:rPr lang="ru-RU" sz="1400">
              <a:latin typeface="Times New Roman"/>
              <a:cs typeface="Times New Roman"/>
            </a:rPr>
            <a:t>(затраты труда рабочих-сдельщиков)</a:t>
          </a:r>
          <a:r>
            <a:rPr lang="ru-RU" sz="2000">
              <a:latin typeface="Times New Roman"/>
              <a:cs typeface="Times New Roman"/>
            </a:rPr>
            <a:t> + Т </a:t>
          </a:r>
          <a:r>
            <a:rPr lang="ru-RU" sz="2000">
              <a:latin typeface="Times New Roman"/>
              <a:cs typeface="Times New Roman"/>
            </a:rPr>
            <a:t>повр</a:t>
          </a:r>
          <a:r>
            <a:rPr lang="ru-RU" sz="2000">
              <a:latin typeface="Times New Roman"/>
              <a:cs typeface="Times New Roman"/>
            </a:rPr>
            <a:t>. </a:t>
          </a:r>
          <a:r>
            <a:rPr lang="ru-RU" sz="1400">
              <a:latin typeface="Times New Roman"/>
              <a:cs typeface="Times New Roman"/>
            </a:rPr>
            <a:t>(затраты труда рабочих-повременщиков)</a:t>
          </a:r>
          <a:endParaRPr lang="ru-RU" sz="2000">
            <a:latin typeface="Times New Roman"/>
            <a:cs typeface="Times New Roman"/>
          </a:endParaRPr>
        </a:p>
      </dgm:t>
    </dgm:pt>
    <dgm:pt modelId="{19118659-AE88-455F-8AC7-7FC0A84A4448}" type="parTrans" cxnId="{3ED5510B-80F1-42D3-AD47-E80B6A660C5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853939E-1FA8-4FDC-A08A-B34F2B889F83}" type="sibTrans" cxnId="{3ED5510B-80F1-42D3-AD47-E80B6A660C5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89C9E91-5E4C-46AA-829D-D6E0ECBE6120}">
      <dgm:prSet phldrT="[Текст]"/>
      <dgm:spPr bwMode="auto"/>
      <dgm:t>
        <a:bodyPr/>
        <a:lstStyle/>
        <a:p>
          <a:pPr>
            <a:defRPr/>
          </a:pPr>
          <a:r>
            <a:rPr lang="ru-RU" b="1">
              <a:latin typeface="Times New Roman"/>
              <a:cs typeface="Times New Roman"/>
            </a:rPr>
            <a:t>Трудоемкость обслуживания производства</a:t>
          </a:r>
          <a:r>
            <a:rPr lang="ru-RU">
              <a:latin typeface="Times New Roman"/>
              <a:cs typeface="Times New Roman"/>
            </a:rPr>
            <a:t> </a:t>
          </a:r>
          <a:endParaRPr lang="ru-RU">
            <a:latin typeface="Times New Roman"/>
            <a:cs typeface="Times New Roman"/>
          </a:endParaRPr>
        </a:p>
      </dgm:t>
    </dgm:pt>
    <dgm:pt modelId="{B3731754-DBA3-459A-AB94-D5D2A86ABB34}" type="parTrans" cxnId="{C1964DCE-3A4E-4CF7-9DD6-33151E9C9A9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38DBD54-2D03-42E7-AB9D-8FB9AB5D18C6}" type="sibTrans" cxnId="{C1964DCE-3A4E-4CF7-9DD6-33151E9C9A90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CC8A129-C869-42A1-AE15-E66F36A0D2C3}">
      <dgm:prSet phldrT="[Текст]" custT="1"/>
      <dgm:spPr bwMode="auto"/>
      <dgm:t>
        <a:bodyPr/>
        <a:lstStyle/>
        <a:p>
          <a:pPr>
            <a:defRPr/>
          </a:pPr>
          <a:r>
            <a:rPr lang="ru-RU" sz="1800">
              <a:latin typeface="Times New Roman"/>
              <a:cs typeface="Times New Roman"/>
            </a:rPr>
            <a:t>Т </a:t>
          </a:r>
          <a:r>
            <a:rPr lang="ru-RU" sz="1800">
              <a:latin typeface="Times New Roman"/>
              <a:cs typeface="Times New Roman"/>
            </a:rPr>
            <a:t>обслуж</a:t>
          </a:r>
          <a:r>
            <a:rPr lang="ru-RU" sz="1800">
              <a:latin typeface="Times New Roman"/>
              <a:cs typeface="Times New Roman"/>
            </a:rPr>
            <a:t>. = Т </a:t>
          </a:r>
          <a:r>
            <a:rPr lang="ru-RU" sz="1800">
              <a:latin typeface="Times New Roman"/>
              <a:cs typeface="Times New Roman"/>
            </a:rPr>
            <a:t>вспом</a:t>
          </a:r>
          <a:r>
            <a:rPr lang="ru-RU" sz="1800">
              <a:latin typeface="Times New Roman"/>
              <a:cs typeface="Times New Roman"/>
            </a:rPr>
            <a:t>. раб. цехов  + Т </a:t>
          </a:r>
          <a:r>
            <a:rPr lang="ru-RU" sz="1800">
              <a:latin typeface="Times New Roman"/>
              <a:cs typeface="Times New Roman"/>
            </a:rPr>
            <a:t>вспом</a:t>
          </a:r>
          <a:r>
            <a:rPr lang="ru-RU" sz="1800">
              <a:latin typeface="Times New Roman"/>
              <a:cs typeface="Times New Roman"/>
            </a:rPr>
            <a:t>. служб </a:t>
          </a:r>
          <a:r>
            <a:rPr lang="ru-RU" sz="1400">
              <a:latin typeface="Times New Roman"/>
              <a:cs typeface="Times New Roman"/>
            </a:rPr>
            <a:t>(ремонтной, энергетической и т.п.) </a:t>
          </a:r>
          <a:endParaRPr lang="ru-RU" sz="1400">
            <a:latin typeface="Times New Roman"/>
            <a:cs typeface="Times New Roman"/>
          </a:endParaRPr>
        </a:p>
      </dgm:t>
    </dgm:pt>
    <dgm:pt modelId="{E6115F2B-CB97-43A3-B35F-BD5149551909}" type="parTrans" cxnId="{CD2F1A2F-D19A-4E7E-A721-17074DD3582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3CC2C48-B19A-4C95-B90F-45B9E155E25C}" type="sibTrans" cxnId="{CD2F1A2F-D19A-4E7E-A721-17074DD3582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09272B9-E60A-46C0-9AB0-C0C23E925F7E}">
      <dgm:prSet phldrT=""/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Т произв. = Т </a:t>
          </a:r>
          <a:r>
            <a:rPr lang="ru-RU">
              <a:latin typeface="Times New Roman"/>
              <a:cs typeface="Times New Roman"/>
            </a:rPr>
            <a:t>техн</a:t>
          </a:r>
          <a:r>
            <a:rPr lang="ru-RU">
              <a:latin typeface="Times New Roman"/>
              <a:cs typeface="Times New Roman"/>
            </a:rPr>
            <a:t>. + Т </a:t>
          </a:r>
          <a:r>
            <a:rPr lang="ru-RU">
              <a:latin typeface="Times New Roman"/>
              <a:cs typeface="Times New Roman"/>
            </a:rPr>
            <a:t>обслуж</a:t>
          </a:r>
          <a:r>
            <a:rPr lang="ru-RU">
              <a:latin typeface="Times New Roman"/>
              <a:cs typeface="Times New Roman"/>
            </a:rPr>
            <a:t>.</a:t>
          </a:r>
          <a:endParaRPr lang="ru-RU">
            <a:latin typeface="Times New Roman"/>
            <a:cs typeface="Times New Roman"/>
          </a:endParaRPr>
        </a:p>
      </dgm:t>
    </dgm:pt>
    <dgm:pt modelId="{E43DDBDC-A065-41F9-84C4-52EBD536CADC}" type="parTrans" cxnId="{EFCE6C34-A09B-4DD3-9314-3F5FC2E2899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842745FB-F4FC-45C4-8F04-CAA759247B0E}" type="sibTrans" cxnId="{EFCE6C34-A09B-4DD3-9314-3F5FC2E2899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38D3BEC-A5D0-4389-BC6D-CD2A9D641752}">
      <dgm:prSet phldrT=""/>
      <dgm:spPr bwMode="auto"/>
      <dgm:t>
        <a:bodyPr/>
        <a:lstStyle/>
        <a:p>
          <a:pPr>
            <a:defRPr/>
          </a:pPr>
          <a:r>
            <a:rPr lang="ru-RU" b="1">
              <a:latin typeface="Times New Roman"/>
              <a:cs typeface="Times New Roman"/>
            </a:rPr>
            <a:t>Производственная трудоемкость </a:t>
          </a:r>
          <a:r>
            <a:rPr lang="ru-RU" b="0">
              <a:latin typeface="Times New Roman"/>
              <a:cs typeface="Times New Roman"/>
            </a:rPr>
            <a:t> </a:t>
          </a:r>
          <a:endParaRPr lang="ru-RU" b="0">
            <a:latin typeface="Times New Roman"/>
            <a:cs typeface="Times New Roman"/>
          </a:endParaRPr>
        </a:p>
      </dgm:t>
    </dgm:pt>
    <dgm:pt modelId="{B2542BD2-171A-493D-A2D3-BA8B9038BE6C}" type="parTrans" cxnId="{A4B42000-2CD2-4F4C-A34E-B291433063A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F1F9558-EE2D-457B-83BD-BAB9E3CB2083}" type="sibTrans" cxnId="{A4B42000-2CD2-4F4C-A34E-B291433063A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FE5D3D8-2800-4832-9CB6-5F2BEDF8DF5A}">
      <dgm:prSet phldrT=""/>
      <dgm:spPr bwMode="auto"/>
      <dgm:t>
        <a:bodyPr/>
        <a:lstStyle/>
        <a:p>
          <a:pPr>
            <a:defRPr/>
          </a:pPr>
          <a:r>
            <a:rPr lang="ru-RU" b="1">
              <a:latin typeface="Times New Roman"/>
              <a:cs typeface="Times New Roman"/>
            </a:rPr>
            <a:t>Трудоемкость управления производством</a:t>
          </a:r>
          <a:r>
            <a:rPr lang="ru-RU">
              <a:latin typeface="Times New Roman"/>
              <a:cs typeface="Times New Roman"/>
            </a:rPr>
            <a:t> </a:t>
          </a:r>
          <a:endParaRPr lang="ru-RU">
            <a:latin typeface="Times New Roman"/>
            <a:cs typeface="Times New Roman"/>
          </a:endParaRPr>
        </a:p>
      </dgm:t>
    </dgm:pt>
    <dgm:pt modelId="{A148DD9A-626D-4982-AE82-F19D197C6833}" type="parTrans" cxnId="{EF525E4E-BD39-457E-ADAB-6980F71F428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07FBEBE-4D34-4280-AE02-FC5B9D78D9A9}" type="sibTrans" cxnId="{EF525E4E-BD39-457E-ADAB-6980F71F428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E423283-D1F3-4BA0-8CF1-4066CA3D4719}">
      <dgm:prSet phldrT="" custT="1"/>
      <dgm:spPr bwMode="auto"/>
      <dgm:t>
        <a:bodyPr/>
        <a:lstStyle/>
        <a:p>
          <a:pPr>
            <a:defRPr/>
          </a:pPr>
          <a:r>
            <a:rPr lang="ru-RU" sz="1900">
              <a:latin typeface="Times New Roman"/>
              <a:cs typeface="Times New Roman"/>
            </a:rPr>
            <a:t>Т упр. = Т упр. пр. </a:t>
          </a:r>
          <a:r>
            <a:rPr lang="ru-RU" sz="1400">
              <a:latin typeface="Times New Roman"/>
              <a:cs typeface="Times New Roman"/>
            </a:rPr>
            <a:t>(затраты труда руководителей, специалистов и служащих производственных структур предприятия) </a:t>
          </a:r>
          <a:r>
            <a:rPr lang="ru-RU" sz="1900">
              <a:latin typeface="Times New Roman"/>
              <a:cs typeface="Times New Roman"/>
            </a:rPr>
            <a:t> + Т упр. общ. </a:t>
          </a:r>
          <a:r>
            <a:rPr lang="ru-RU" sz="1400">
              <a:latin typeface="Times New Roman"/>
              <a:cs typeface="Times New Roman"/>
            </a:rPr>
            <a:t>(затраты труда руководителей, специалистов и служащих общих структур предприятия)</a:t>
          </a:r>
          <a:endParaRPr lang="ru-RU" sz="1900">
            <a:latin typeface="Times New Roman"/>
            <a:cs typeface="Times New Roman"/>
          </a:endParaRPr>
        </a:p>
      </dgm:t>
    </dgm:pt>
    <dgm:pt modelId="{3E121D0A-307E-4561-BF18-21FBE5B2044B}" type="parTrans" cxnId="{ED1CE4DD-CDE3-47D4-8803-C09175F2DA8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193253D-2012-4CF2-B1C3-7E0CCE08CC9D}" type="sibTrans" cxnId="{ED1CE4DD-CDE3-47D4-8803-C09175F2DA8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147864C-3E7C-4022-9DB8-3AC1E5A30CA9}">
      <dgm:prSet phldrT=""/>
      <dgm:spPr bwMode="auto"/>
      <dgm:t>
        <a:bodyPr/>
        <a:lstStyle/>
        <a:p>
          <a:pPr>
            <a:defRPr/>
          </a:pPr>
          <a:r>
            <a:rPr lang="ru-RU">
              <a:latin typeface="Times New Roman"/>
              <a:cs typeface="Times New Roman"/>
            </a:rPr>
            <a:t>Т пол. = Т </a:t>
          </a:r>
          <a:r>
            <a:rPr lang="ru-RU">
              <a:latin typeface="Times New Roman"/>
              <a:cs typeface="Times New Roman"/>
            </a:rPr>
            <a:t>техн</a:t>
          </a:r>
          <a:r>
            <a:rPr lang="ru-RU">
              <a:latin typeface="Times New Roman"/>
              <a:cs typeface="Times New Roman"/>
            </a:rPr>
            <a:t>. + Т </a:t>
          </a:r>
          <a:r>
            <a:rPr lang="ru-RU">
              <a:latin typeface="Times New Roman"/>
              <a:cs typeface="Times New Roman"/>
            </a:rPr>
            <a:t>обслуж</a:t>
          </a:r>
          <a:r>
            <a:rPr lang="ru-RU">
              <a:latin typeface="Times New Roman"/>
              <a:cs typeface="Times New Roman"/>
            </a:rPr>
            <a:t>. + Т упр.</a:t>
          </a:r>
          <a:endParaRPr lang="ru-RU">
            <a:latin typeface="Times New Roman"/>
            <a:cs typeface="Times New Roman"/>
          </a:endParaRPr>
        </a:p>
      </dgm:t>
    </dgm:pt>
    <dgm:pt modelId="{47002836-83E3-4B86-AC40-DB4AD2937F0E}" type="parTrans" cxnId="{A4FD7C50-7936-4B19-B059-34FC499426D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7FAA5BA-84DF-47F5-9F3A-FCCDD6D2D16E}" type="sibTrans" cxnId="{A4FD7C50-7936-4B19-B059-34FC499426D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BCC07BC-20EB-4C55-9991-14B7E9B13716}">
      <dgm:prSet phldrT=""/>
      <dgm:spPr bwMode="auto"/>
      <dgm:t>
        <a:bodyPr/>
        <a:lstStyle/>
        <a:p>
          <a:pPr>
            <a:defRPr/>
          </a:pPr>
          <a:r>
            <a:rPr lang="ru-RU" b="1">
              <a:latin typeface="Times New Roman"/>
              <a:cs typeface="Times New Roman"/>
            </a:rPr>
            <a:t>Полная трудоемкость</a:t>
          </a:r>
          <a:r>
            <a:rPr lang="ru-RU" b="0">
              <a:latin typeface="Times New Roman"/>
              <a:cs typeface="Times New Roman"/>
            </a:rPr>
            <a:t> </a:t>
          </a:r>
          <a:endParaRPr lang="ru-RU" b="0">
            <a:latin typeface="Times New Roman"/>
            <a:cs typeface="Times New Roman"/>
          </a:endParaRPr>
        </a:p>
      </dgm:t>
    </dgm:pt>
    <dgm:pt modelId="{D1760AE9-AA6F-46F7-A33E-4EF0BC3BE5A9}" type="parTrans" cxnId="{5C862316-A075-420A-BE9D-772775E7683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29D383D-6F8D-4B92-BD03-4E5619CF9F4D}" type="sibTrans" cxnId="{5C862316-A075-420A-BE9D-772775E76831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09961DE-BCEC-4E6A-9DFC-1134D90E8618}" type="pres">
      <dgm:prSet presAssocID="{BC8617B9-B025-49C8-A252-7A7AA4CB2315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522972BE-C7D7-48F3-AC7E-3675C7F30F50}" type="pres">
      <dgm:prSet presAssocID="{DDBDB553-33E4-404A-8291-270BDBC90DC8}" presName="parentText" presStyleLbl="node1" presStyleIdx="0" presStyleCnt="5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90C0398-7AB5-4662-90CE-B9767C7ED7CA}" type="pres">
      <dgm:prSet presAssocID="{DDBDB553-33E4-404A-8291-270BDBC90DC8}" presName="childText" presStyleLbl="revTx" presStyleIdx="0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C891ED0-DB1E-4207-A279-8E244DC19F8E}" type="pres">
      <dgm:prSet custLinFactNeighborX="-898" custLinFactNeighborY="4031" presAssocID="{789C9E91-5E4C-46AA-829D-D6E0ECBE6120}" presName="parentText" presStyleLbl="node1" presStyleIdx="1" presStyleCnt="5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68D9D2D-26CD-4E25-9AC7-443367FA9A2D}" type="pres">
      <dgm:prSet presAssocID="{789C9E91-5E4C-46AA-829D-D6E0ECBE6120}" presName="childText" presStyleLbl="revTx" presStyleIdx="1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22A04B44-F7B5-4D9F-AF41-C26BD2DBF72E}" type="pres">
      <dgm:prSet presAssocID="{038D3BEC-A5D0-4389-BC6D-CD2A9D641752}" presName="parentText" presStyleLbl="node1" presStyleIdx="2" presStyleCnt="5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EC0DB0E8-FD5C-4511-B79A-E7F3CB4C38C0}" type="pres">
      <dgm:prSet presAssocID="{038D3BEC-A5D0-4389-BC6D-CD2A9D641752}" presName="childText" presStyleLbl="revTx" presStyleIdx="2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D1E087D-F0E2-4BB5-9974-7D99511E4C7D}" type="pres">
      <dgm:prSet presAssocID="{FFE5D3D8-2800-4832-9CB6-5F2BEDF8DF5A}" presName="parentText" presStyleLbl="node1" presStyleIdx="3" presStyleCnt="5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AEB631F-1EB9-4CAF-AC66-8D3DCA45820B}" type="pres">
      <dgm:prSet presAssocID="{FFE5D3D8-2800-4832-9CB6-5F2BEDF8DF5A}" presName="childText" presStyleLbl="revTx" presStyleIdx="3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FDB89EFF-1643-4A24-BDCA-C712D423D624}" type="pres">
      <dgm:prSet presAssocID="{0BCC07BC-20EB-4C55-9991-14B7E9B13716}" presName="parentText" presStyleLbl="node1" presStyleIdx="4" presStyleCnt="5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D0420DAD-5FCE-49FE-93AF-9A37C91A1B3C}" type="pres">
      <dgm:prSet presAssocID="{0BCC07BC-20EB-4C55-9991-14B7E9B13716}" presName="childText" presStyleLbl="revTx" presStyleIdx="4" presStyleCnt="5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68F6D2E1-26DA-41C3-AB7E-2142EFDD5B52}" type="presOf" srcId="{BC8617B9-B025-49C8-A252-7A7AA4CB2315}" destId="{109961DE-BCEC-4E6A-9DFC-1134D90E8618}" srcOrd="0" destOrd="0" presId="urn:microsoft.com/office/officeart/2005/8/layout/vList2"/>
    <dgm:cxn modelId="{ED1CE4DD-CDE3-47D4-8803-C09175F2DA84}" srcId="{FFE5D3D8-2800-4832-9CB6-5F2BEDF8DF5A}" destId="{DE423283-D1F3-4BA0-8CF1-4066CA3D4719}" srcOrd="0" destOrd="0" parTransId="{3E121D0A-307E-4561-BF18-21FBE5B2044B}" sibTransId="{B193253D-2012-4CF2-B1C3-7E0CCE08CC9D}"/>
    <dgm:cxn modelId="{CD2F1A2F-D19A-4E7E-A721-17074DD35822}" srcId="{789C9E91-5E4C-46AA-829D-D6E0ECBE6120}" destId="{DCC8A129-C869-42A1-AE15-E66F36A0D2C3}" srcOrd="0" destOrd="0" parTransId="{E6115F2B-CB97-43A3-B35F-BD5149551909}" sibTransId="{E3CC2C48-B19A-4C95-B90F-45B9E155E25C}"/>
    <dgm:cxn modelId="{A4FD7C50-7936-4B19-B059-34FC499426D1}" srcId="{0BCC07BC-20EB-4C55-9991-14B7E9B13716}" destId="{D147864C-3E7C-4022-9DB8-3AC1E5A30CA9}" srcOrd="0" destOrd="0" parTransId="{47002836-83E3-4B86-AC40-DB4AD2937F0E}" sibTransId="{37FAA5BA-84DF-47F5-9F3A-FCCDD6D2D16E}"/>
    <dgm:cxn modelId="{5C862316-A075-420A-BE9D-772775E76831}" srcId="{BC8617B9-B025-49C8-A252-7A7AA4CB2315}" destId="{0BCC07BC-20EB-4C55-9991-14B7E9B13716}" srcOrd="4" destOrd="0" parTransId="{D1760AE9-AA6F-46F7-A33E-4EF0BC3BE5A9}" sibTransId="{D29D383D-6F8D-4B92-BD03-4E5619CF9F4D}"/>
    <dgm:cxn modelId="{A07C996F-B88B-46A1-AA57-78ABE5040425}" type="presOf" srcId="{DCC8A129-C869-42A1-AE15-E66F36A0D2C3}" destId="{B68D9D2D-26CD-4E25-9AC7-443367FA9A2D}" srcOrd="0" destOrd="0" presId="urn:microsoft.com/office/officeart/2005/8/layout/vList2"/>
    <dgm:cxn modelId="{C1964DCE-3A4E-4CF7-9DD6-33151E9C9A90}" srcId="{BC8617B9-B025-49C8-A252-7A7AA4CB2315}" destId="{789C9E91-5E4C-46AA-829D-D6E0ECBE6120}" srcOrd="1" destOrd="0" parTransId="{B3731754-DBA3-459A-AB94-D5D2A86ABB34}" sibTransId="{C38DBD54-2D03-42E7-AB9D-8FB9AB5D18C6}"/>
    <dgm:cxn modelId="{A9B034F9-5CCA-4B93-942E-F155CD088E1E}" type="presOf" srcId="{FFE5D3D8-2800-4832-9CB6-5F2BEDF8DF5A}" destId="{BD1E087D-F0E2-4BB5-9974-7D99511E4C7D}" srcOrd="0" destOrd="0" presId="urn:microsoft.com/office/officeart/2005/8/layout/vList2"/>
    <dgm:cxn modelId="{B9D107FA-E259-48E6-88CA-DE6518EF4922}" type="presOf" srcId="{DDBDB553-33E4-404A-8291-270BDBC90DC8}" destId="{522972BE-C7D7-48F3-AC7E-3675C7F30F50}" srcOrd="0" destOrd="0" presId="urn:microsoft.com/office/officeart/2005/8/layout/vList2"/>
    <dgm:cxn modelId="{BC5A8767-50EA-4809-B2F6-0E1F4ED0F29C}" type="presOf" srcId="{038D3BEC-A5D0-4389-BC6D-CD2A9D641752}" destId="{22A04B44-F7B5-4D9F-AF41-C26BD2DBF72E}" srcOrd="0" destOrd="0" presId="urn:microsoft.com/office/officeart/2005/8/layout/vList2"/>
    <dgm:cxn modelId="{13076DEE-B169-4C8C-8D6D-C484FF154CF3}" type="presOf" srcId="{B09272B9-E60A-46C0-9AB0-C0C23E925F7E}" destId="{EC0DB0E8-FD5C-4511-B79A-E7F3CB4C38C0}" srcOrd="0" destOrd="0" presId="urn:microsoft.com/office/officeart/2005/8/layout/vList2"/>
    <dgm:cxn modelId="{3E4B8A99-0CF4-4145-9799-6D15C9CB6DB8}" srcId="{BC8617B9-B025-49C8-A252-7A7AA4CB2315}" destId="{DDBDB553-33E4-404A-8291-270BDBC90DC8}" srcOrd="0" destOrd="0" parTransId="{F61D42B0-8FB7-4648-940D-A888BAFFCFE9}" sibTransId="{ED353DDA-0762-4CAD-88C5-4FDC25DA0513}"/>
    <dgm:cxn modelId="{EF525E4E-BD39-457E-ADAB-6980F71F428C}" srcId="{BC8617B9-B025-49C8-A252-7A7AA4CB2315}" destId="{FFE5D3D8-2800-4832-9CB6-5F2BEDF8DF5A}" srcOrd="3" destOrd="0" parTransId="{A148DD9A-626D-4982-AE82-F19D197C6833}" sibTransId="{907FBEBE-4D34-4280-AE02-FC5B9D78D9A9}"/>
    <dgm:cxn modelId="{81AD7931-C1D2-443E-A6CC-F4EC40207431}" type="presOf" srcId="{789C9E91-5E4C-46AA-829D-D6E0ECBE6120}" destId="{1C891ED0-DB1E-4207-A279-8E244DC19F8E}" srcOrd="0" destOrd="0" presId="urn:microsoft.com/office/officeart/2005/8/layout/vList2"/>
    <dgm:cxn modelId="{C7153F45-6950-4F14-AC3F-FCD05E7E1643}" type="presOf" srcId="{8DA0A1E4-F6D8-4CAD-8346-A97220186A20}" destId="{690C0398-7AB5-4662-90CE-B9767C7ED7CA}" srcOrd="0" destOrd="0" presId="urn:microsoft.com/office/officeart/2005/8/layout/vList2"/>
    <dgm:cxn modelId="{A4B42000-2CD2-4F4C-A34E-B291433063A5}" srcId="{BC8617B9-B025-49C8-A252-7A7AA4CB2315}" destId="{038D3BEC-A5D0-4389-BC6D-CD2A9D641752}" srcOrd="2" destOrd="0" parTransId="{B2542BD2-171A-493D-A2D3-BA8B9038BE6C}" sibTransId="{BF1F9558-EE2D-457B-83BD-BAB9E3CB2083}"/>
    <dgm:cxn modelId="{3ED5510B-80F1-42D3-AD47-E80B6A660C51}" srcId="{DDBDB553-33E4-404A-8291-270BDBC90DC8}" destId="{8DA0A1E4-F6D8-4CAD-8346-A97220186A20}" srcOrd="0" destOrd="0" parTransId="{19118659-AE88-455F-8AC7-7FC0A84A4448}" sibTransId="{3853939E-1FA8-4FDC-A08A-B34F2B889F83}"/>
    <dgm:cxn modelId="{6D0025A4-24F0-43E2-B834-82FD5BFD7A01}" type="presOf" srcId="{0BCC07BC-20EB-4C55-9991-14B7E9B13716}" destId="{FDB89EFF-1643-4A24-BDCA-C712D423D624}" srcOrd="0" destOrd="0" presId="urn:microsoft.com/office/officeart/2005/8/layout/vList2"/>
    <dgm:cxn modelId="{EFCE6C34-A09B-4DD3-9314-3F5FC2E2899B}" srcId="{038D3BEC-A5D0-4389-BC6D-CD2A9D641752}" destId="{B09272B9-E60A-46C0-9AB0-C0C23E925F7E}" srcOrd="0" destOrd="0" parTransId="{E43DDBDC-A065-41F9-84C4-52EBD536CADC}" sibTransId="{842745FB-F4FC-45C4-8F04-CAA759247B0E}"/>
    <dgm:cxn modelId="{108595EA-7CEA-4AC4-AE0F-F93260FD6585}" type="presOf" srcId="{DE423283-D1F3-4BA0-8CF1-4066CA3D4719}" destId="{1AEB631F-1EB9-4CAF-AC66-8D3DCA45820B}" srcOrd="0" destOrd="0" presId="urn:microsoft.com/office/officeart/2005/8/layout/vList2"/>
    <dgm:cxn modelId="{BDA00494-007E-4D84-936F-04B9E68DBC08}" type="presOf" srcId="{D147864C-3E7C-4022-9DB8-3AC1E5A30CA9}" destId="{D0420DAD-5FCE-49FE-93AF-9A37C91A1B3C}" srcOrd="0" destOrd="0" presId="urn:microsoft.com/office/officeart/2005/8/layout/vList2"/>
    <dgm:cxn modelId="{7BEDCD99-A82F-4AC9-BEEE-07CBAF1A653F}" type="presParOf" srcId="{109961DE-BCEC-4E6A-9DFC-1134D90E8618}" destId="{522972BE-C7D7-48F3-AC7E-3675C7F30F50}" srcOrd="0" destOrd="0" presId="urn:microsoft.com/office/officeart/2005/8/layout/vList2"/>
    <dgm:cxn modelId="{1CEEEE55-5EDF-4153-AD43-1778FA953F6E}" type="presParOf" srcId="{109961DE-BCEC-4E6A-9DFC-1134D90E8618}" destId="{690C0398-7AB5-4662-90CE-B9767C7ED7CA}" srcOrd="1" destOrd="0" presId="urn:microsoft.com/office/officeart/2005/8/layout/vList2"/>
    <dgm:cxn modelId="{DA0CAED3-DDCD-442B-8CC6-EB9322E3E1B2}" type="presParOf" srcId="{109961DE-BCEC-4E6A-9DFC-1134D90E8618}" destId="{1C891ED0-DB1E-4207-A279-8E244DC19F8E}" srcOrd="2" destOrd="0" presId="urn:microsoft.com/office/officeart/2005/8/layout/vList2"/>
    <dgm:cxn modelId="{F776EE53-AACE-444F-A771-3859AA8C916D}" type="presParOf" srcId="{109961DE-BCEC-4E6A-9DFC-1134D90E8618}" destId="{B68D9D2D-26CD-4E25-9AC7-443367FA9A2D}" srcOrd="3" destOrd="0" presId="urn:microsoft.com/office/officeart/2005/8/layout/vList2"/>
    <dgm:cxn modelId="{51726539-BAAA-4A39-AEE7-91929833DC5C}" type="presParOf" srcId="{109961DE-BCEC-4E6A-9DFC-1134D90E8618}" destId="{22A04B44-F7B5-4D9F-AF41-C26BD2DBF72E}" srcOrd="4" destOrd="0" presId="urn:microsoft.com/office/officeart/2005/8/layout/vList2"/>
    <dgm:cxn modelId="{3C895AE5-9456-4C0B-B2FD-3D87EAB8FDAC}" type="presParOf" srcId="{109961DE-BCEC-4E6A-9DFC-1134D90E8618}" destId="{EC0DB0E8-FD5C-4511-B79A-E7F3CB4C38C0}" srcOrd="5" destOrd="0" presId="urn:microsoft.com/office/officeart/2005/8/layout/vList2"/>
    <dgm:cxn modelId="{8B4038EC-070F-412E-96C5-833F23534A99}" type="presParOf" srcId="{109961DE-BCEC-4E6A-9DFC-1134D90E8618}" destId="{BD1E087D-F0E2-4BB5-9974-7D99511E4C7D}" srcOrd="6" destOrd="0" presId="urn:microsoft.com/office/officeart/2005/8/layout/vList2"/>
    <dgm:cxn modelId="{6C61C36B-4C88-4E07-84DF-F9FEA5F3AFF1}" type="presParOf" srcId="{109961DE-BCEC-4E6A-9DFC-1134D90E8618}" destId="{1AEB631F-1EB9-4CAF-AC66-8D3DCA45820B}" srcOrd="7" destOrd="0" presId="urn:microsoft.com/office/officeart/2005/8/layout/vList2"/>
    <dgm:cxn modelId="{47FB82F6-D70E-4801-8397-5F8377F4EDE9}" type="presParOf" srcId="{109961DE-BCEC-4E6A-9DFC-1134D90E8618}" destId="{FDB89EFF-1643-4A24-BDCA-C712D423D624}" srcOrd="8" destOrd="0" presId="urn:microsoft.com/office/officeart/2005/8/layout/vList2"/>
    <dgm:cxn modelId="{252CEBD7-C382-4632-90D2-78F8CB4EC9FF}" type="presParOf" srcId="{109961DE-BCEC-4E6A-9DFC-1134D90E8618}" destId="{D0420DAD-5FCE-49FE-93AF-9A37C91A1B3C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BC8617B9-B025-49C8-A252-7A7AA4CB2315}" type="doc">
      <dgm:prSet loTypeId="urn:microsoft.com/office/officeart/2005/8/layout/vList2" loCatId="list" qsTypeId="urn:microsoft.com/office/officeart/2005/8/quickstyle/3d3" qsCatId="3D" csTypeId="urn:microsoft.com/office/officeart/2005/8/colors/colorful4" csCatId="colorful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DDBDB553-33E4-404A-8291-270BDBC90DC8}">
      <dgm:prSet phldrT="[Текст]" custT="1"/>
      <dgm:spPr bwMode="auto"/>
      <dgm:t>
        <a:bodyPr/>
        <a:lstStyle/>
        <a:p>
          <a:pPr>
            <a:defRPr/>
          </a:pPr>
          <a:r>
            <a:rPr lang="ru-RU" sz="2000" b="1">
              <a:solidFill>
                <a:schemeClr val="tx1"/>
              </a:solidFill>
              <a:latin typeface="Times New Roman"/>
              <a:cs typeface="Times New Roman"/>
            </a:rPr>
            <a:t>Повышение технического уровня производства</a:t>
          </a:r>
          <a:endParaRPr lang="ru-RU" sz="2000" b="1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F61D42B0-8FB7-4648-940D-A888BAFFCFE9}" type="parTrans" cxnId="{3E4B8A99-0CF4-4145-9799-6D15C9CB6DB8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ED353DDA-0762-4CAD-88C5-4FDC25DA0513}" type="sibTrans" cxnId="{3E4B8A99-0CF4-4145-9799-6D15C9CB6DB8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8DA0A1E4-F6D8-4CAD-8346-A97220186A20}">
      <dgm:prSet phldrT="[Текст]"/>
      <dgm:spPr bwMode="auto"/>
      <dgm:t>
        <a:bodyPr/>
        <a:lstStyle/>
        <a:p>
          <a:pPr marL="182563" indent="-182563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Механизация и автоматизация производства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19118659-AE88-455F-8AC7-7FC0A84A4448}" type="parTrans" cxnId="{3ED5510B-80F1-42D3-AD47-E80B6A660C51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3853939E-1FA8-4FDC-A08A-B34F2B889F83}" type="sibTrans" cxnId="{3ED5510B-80F1-42D3-AD47-E80B6A660C51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789C9E91-5E4C-46AA-829D-D6E0ECBE6120}">
      <dgm:prSet phldrT="[Текст]" custT="1"/>
      <dgm:spPr bwMode="auto"/>
      <dgm:t>
        <a:bodyPr/>
        <a:lstStyle/>
        <a:p>
          <a:pPr>
            <a:defRPr/>
          </a:pPr>
          <a:r>
            <a:rPr lang="ru-RU" sz="2000" b="1">
              <a:solidFill>
                <a:schemeClr val="tx1"/>
              </a:solidFill>
              <a:latin typeface="Times New Roman"/>
              <a:cs typeface="Times New Roman"/>
            </a:rPr>
            <a:t>Улучшение организации производства и труда</a:t>
          </a:r>
          <a:endParaRPr lang="ru-RU" sz="2000" b="1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B3731754-DBA3-459A-AB94-D5D2A86ABB34}" type="parTrans" cxnId="{C1964DCE-3A4E-4CF7-9DD6-33151E9C9A90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C38DBD54-2D03-42E7-AB9D-8FB9AB5D18C6}" type="sibTrans" cxnId="{C1964DCE-3A4E-4CF7-9DD6-33151E9C9A90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DCC8A129-C869-42A1-AE15-E66F36A0D2C3}">
      <dgm:prSet phldrT="[Текст]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Повышение норм и зон обслуживания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E6115F2B-CB97-43A3-B35F-BD5149551909}" type="parTrans" cxnId="{CD2F1A2F-D19A-4E7E-A721-17074DD35822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E3CC2C48-B19A-4C95-B90F-45B9E155E25C}" type="sibTrans" cxnId="{CD2F1A2F-D19A-4E7E-A721-17074DD35822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85A2A7F7-2A3C-4A86-8C1B-9B994FFD2EB0}">
      <dgm:prSet phldrT="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Уменьшение числа рабочих, не выполняющих нормы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44104671-18D5-4B0B-BC40-84F022BE768A}" type="parTrans" cxnId="{7A0FCDFC-ECF8-4B63-A50D-B940CFF25C3D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2942F608-E30C-4EA8-B267-0881F635EC80}" type="sibTrans" cxnId="{7A0FCDFC-ECF8-4B63-A50D-B940CFF25C3D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D8653762-321F-486A-B783-8A91BCA60B8A}">
      <dgm:prSet phldrT="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Упрощение структуры управления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B61DDB4E-5047-433F-AECB-37B876193666}" type="parTrans" cxnId="{548F4598-56A4-4D85-92A9-A549AF085685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67C9E812-3515-4DF6-AD60-625DBA8B9AEA}" type="sibTrans" cxnId="{548F4598-56A4-4D85-92A9-A549AF085685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E73A2AF4-6951-475B-ADEF-CAD5C8805FB6}">
      <dgm:prSet phldrT="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Механизация учетных работ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4D0B364F-55AB-4A40-B190-92F2B2B7A4C4}" type="parTrans" cxnId="{4ED76A17-D984-4B63-B1D0-2062755F2036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3231AE30-280F-4CE3-AA20-1E26A8987F62}" type="sibTrans" cxnId="{4ED76A17-D984-4B63-B1D0-2062755F2036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F3402B04-56F5-4324-9233-FDABAFB59051}">
      <dgm:prSet phldrT="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Изменение рабочего периода		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C21B0514-4E11-4115-BE00-00297F8C7C86}" type="parTrans" cxnId="{BBA7C69D-08CA-43EA-9A97-7CAF153B6194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BA684484-E5A3-45E8-A74E-B98A8D1832BA}" type="sibTrans" cxnId="{BBA7C69D-08CA-43EA-9A97-7CAF153B6194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A9A4114A-468E-44D1-8BD1-E4D981A98E30}">
      <dgm:prSet phldrT="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Повышение уровня специализации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8FB85C4E-1E54-43A6-852E-F690B28465FB}" type="parTrans" cxnId="{8D58FEF0-1D59-41AF-9B9A-2EED91E3D6F0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BC9C1A28-A740-4A5D-A184-8DB388213D0A}" type="sibTrans" cxnId="{8D58FEF0-1D59-41AF-9B9A-2EED91E3D6F0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E32B7574-ADEB-48C0-A9C8-B5C0BF99F6FA}">
      <dgm:prSet phldrT="[Текст]"/>
      <dgm:spPr bwMode="auto"/>
      <dgm:t>
        <a:bodyPr/>
        <a:lstStyle/>
        <a:p>
          <a:pPr marL="182563" indent="-182563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Внедрение новых технологических процессов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B4CEB7D4-DA0D-40FC-9C7B-C81CEEB2A272}" type="parTrans" cxnId="{957A5E91-7CAB-4943-886F-BC7F7059B6CF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AA48BF1D-656F-40BF-BB6F-8407EC27759F}" type="sibTrans" cxnId="{957A5E91-7CAB-4943-886F-BC7F7059B6CF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6FC63088-F2C1-400F-A1DF-B3E9C073D9F2}">
      <dgm:prSet phldrT="[Текст]"/>
      <dgm:spPr bwMode="auto"/>
      <dgm:t>
        <a:bodyPr/>
        <a:lstStyle/>
        <a:p>
          <a:pPr marL="182563" indent="-182563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Улучшение конструктивных свойств изделий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92A30F1E-4AD8-4FD0-BA42-D6874A5178F8}" type="parTrans" cxnId="{EE9E6AA8-CDFE-434C-A7BA-FF30169E565C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7C81FB64-DB7D-4317-8B6F-2608ED7F645C}" type="sibTrans" cxnId="{EE9E6AA8-CDFE-434C-A7BA-FF30169E565C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5ED067EE-1DAE-46B7-873B-AA3A2984062E}">
      <dgm:prSet phldrT="[Текст]"/>
      <dgm:spPr bwMode="auto"/>
      <dgm:t>
        <a:bodyPr/>
        <a:lstStyle/>
        <a:p>
          <a:pPr marL="182563" indent="-182563"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Повышение качества сырья, внедрение новых конструкций изделий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CF62478A-20DB-477B-9283-6170BA6952D6}" type="parTrans" cxnId="{C89F94C7-5B92-4578-9D0E-A641176F680C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1DD5A1EA-485C-4D48-9550-893EDDF1CFC8}" type="sibTrans" cxnId="{C89F94C7-5B92-4578-9D0E-A641176F680C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734252EF-3413-4CDA-9D12-112D585B3E2D}">
      <dgm:prSet phldrT="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Изменение удельного веса отдельных видов продукции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D48192D3-44D5-4441-AC4F-651024C14605}" type="parTrans" cxnId="{A77B3CB3-F255-4FA0-9D35-9332914DF1D2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D6F6E20E-FEA5-4D4D-9B14-3FF76705F59E}" type="sibTrans" cxnId="{A77B3CB3-F255-4FA0-9D35-9332914DF1D2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29153D68-C04A-45FD-A1C4-F4ECF53EB9F7}">
      <dgm:prSet phldrT="" custT="1"/>
      <dgm:spPr bwMode="auto"/>
      <dgm:t>
        <a:bodyPr/>
        <a:lstStyle/>
        <a:p>
          <a:pPr>
            <a:defRPr/>
          </a:pPr>
          <a:r>
            <a:rPr lang="ru-RU" sz="2000" b="1">
              <a:solidFill>
                <a:schemeClr val="tx1"/>
              </a:solidFill>
              <a:latin typeface="Times New Roman"/>
              <a:cs typeface="Times New Roman"/>
            </a:rPr>
            <a:t>Структурные изменения в производстве</a:t>
          </a:r>
          <a:endParaRPr lang="ru-RU" sz="2000" b="1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794A4D56-9FD2-4D59-A219-8E313B64B2F9}" type="parTrans" cxnId="{B0F6B1A0-2376-49E0-85E5-3276B44EEFA5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2CD7C504-4B96-4722-9CE5-EF967E15588C}" type="sibTrans" cxnId="{B0F6B1A0-2376-49E0-85E5-3276B44EEFA5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9AA2041F-62B5-4175-9D63-9CC5046FC405}">
      <dgm:prSet phldrT="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Изменение трудоемкости производственной программы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604F3113-FB5E-4DDF-925D-EC707BF04AB5}" type="parTrans" cxnId="{261338AA-A7DD-492E-9AC8-D87D9726DB7C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9D83679C-7927-413C-BCDB-BE364A3AC91C}" type="sibTrans" cxnId="{261338AA-A7DD-492E-9AC8-D87D9726DB7C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CDD76579-9823-4E31-9BEC-589E66C8D229}">
      <dgm:prSet phldrT=""/>
      <dgm:spPr bwMode="auto"/>
      <dgm:t>
        <a:bodyPr/>
        <a:lstStyle/>
        <a:p>
          <a:pPr>
            <a:defRPr/>
          </a:pPr>
          <a:r>
            <a:rPr lang="ru-RU">
              <a:solidFill>
                <a:schemeClr val="tx1"/>
              </a:solidFill>
              <a:latin typeface="Times New Roman"/>
              <a:cs typeface="Times New Roman"/>
            </a:rPr>
            <a:t>Изменение удельного веса новой продукции	</a:t>
          </a:r>
          <a:endParaRPr lang="ru-RU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BD94F7AC-0FDD-4A75-B530-5EE67C45F1BF}" type="parTrans" cxnId="{07E2D5BF-46A0-4B0E-A981-903CDF3F0DC5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24BBAF15-9EC7-43BE-B03E-AAC1027A3C08}" type="sibTrans" cxnId="{07E2D5BF-46A0-4B0E-A981-903CDF3F0DC5}">
      <dgm:prSet/>
      <dgm:spPr bwMode="auto"/>
      <dgm:t>
        <a:bodyPr/>
        <a:lstStyle/>
        <a:p>
          <a:pPr>
            <a:defRPr/>
          </a:pPr>
          <a:endParaRPr lang="ru-RU">
            <a:solidFill>
              <a:schemeClr val="tx1"/>
            </a:solidFill>
          </a:endParaRPr>
        </a:p>
      </dgm:t>
    </dgm:pt>
    <dgm:pt modelId="{109961DE-BCEC-4E6A-9DFC-1134D90E8618}" type="pres">
      <dgm:prSet presAssocID="{BC8617B9-B025-49C8-A252-7A7AA4CB2315}" presName="linear" presStyleCnt="0">
        <dgm:presLayoutVars>
          <dgm:animLvl val="lvl"/>
          <dgm:resizeHandles val="exact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522972BE-C7D7-48F3-AC7E-3675C7F30F50}" type="pres">
      <dgm:prSet presAssocID="{DDBDB553-33E4-404A-8291-270BDBC90DC8}" presName="parentText" presStyleLbl="node1" presStyleIdx="0" presStyleCnt="3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690C0398-7AB5-4662-90CE-B9767C7ED7CA}" type="pres">
      <dgm:prSet presAssocID="{DDBDB553-33E4-404A-8291-270BDBC90DC8}" presName="childText" presStyleLbl="revTx" presStyleIdx="0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1C891ED0-DB1E-4207-A279-8E244DC19F8E}" type="pres">
      <dgm:prSet presAssocID="{789C9E91-5E4C-46AA-829D-D6E0ECBE6120}" presName="parentText" presStyleLbl="node1" presStyleIdx="1" presStyleCnt="3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B68D9D2D-26CD-4E25-9AC7-443367FA9A2D}" type="pres">
      <dgm:prSet presAssocID="{789C9E91-5E4C-46AA-829D-D6E0ECBE6120}" presName="childText" presStyleLbl="revTx" presStyleIdx="1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07437FE6-D04F-4347-A408-D8D0FD10D772}" type="pres">
      <dgm:prSet presAssocID="{29153D68-C04A-45FD-A1C4-F4ECF53EB9F7}" presName="parentText" presStyleLbl="node1" presStyleIdx="2" presStyleCnt="3">
        <dgm:presLayoutVars>
          <dgm:chMax val="0"/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  <dgm:pt modelId="{C375A286-DF63-47EE-A0ED-90DAE38F4356}" type="pres">
      <dgm:prSet presAssocID="{29153D68-C04A-45FD-A1C4-F4ECF53EB9F7}" presName="childText" presStyleLbl="revTx" presStyleIdx="2" presStyleCnt="3">
        <dgm:presLayoutVars>
          <dgm:bulletEnabled val="1"/>
        </dgm:presLayoutVars>
      </dgm:prSet>
      <dgm:spPr bwMode="auto"/>
      <dgm:t>
        <a:bodyPr/>
        <a:lstStyle/>
        <a:p>
          <a:pPr>
            <a:defRPr/>
          </a:pPr>
          <a:endParaRPr lang="ru-RU"/>
        </a:p>
      </dgm:t>
    </dgm:pt>
  </dgm:ptLst>
  <dgm:cxnLst>
    <dgm:cxn modelId="{C27A401F-0DD3-4B83-9F49-AB00F11060AC}" type="presOf" srcId="{E73A2AF4-6951-475B-ADEF-CAD5C8805FB6}" destId="{B68D9D2D-26CD-4E25-9AC7-443367FA9A2D}" srcOrd="0" destOrd="3" presId="urn:microsoft.com/office/officeart/2005/8/layout/vList2"/>
    <dgm:cxn modelId="{548F4598-56A4-4D85-92A9-A549AF085685}" srcId="{789C9E91-5E4C-46AA-829D-D6E0ECBE6120}" destId="{D8653762-321F-486A-B783-8A91BCA60B8A}" srcOrd="2" destOrd="0" parTransId="{B61DDB4E-5047-433F-AECB-37B876193666}" sibTransId="{67C9E812-3515-4DF6-AD60-625DBA8B9AEA}"/>
    <dgm:cxn modelId="{7A0FCDFC-ECF8-4B63-A50D-B940CFF25C3D}" srcId="{789C9E91-5E4C-46AA-829D-D6E0ECBE6120}" destId="{85A2A7F7-2A3C-4A86-8C1B-9B994FFD2EB0}" srcOrd="1" destOrd="0" parTransId="{44104671-18D5-4B0B-BC40-84F022BE768A}" sibTransId="{2942F608-E30C-4EA8-B267-0881F635EC80}"/>
    <dgm:cxn modelId="{70B618DA-D746-41D8-A1D8-B677A6746F14}" type="presOf" srcId="{E32B7574-ADEB-48C0-A9C8-B5C0BF99F6FA}" destId="{690C0398-7AB5-4662-90CE-B9767C7ED7CA}" srcOrd="0" destOrd="1" presId="urn:microsoft.com/office/officeart/2005/8/layout/vList2"/>
    <dgm:cxn modelId="{261338AA-A7DD-492E-9AC8-D87D9726DB7C}" srcId="{29153D68-C04A-45FD-A1C4-F4ECF53EB9F7}" destId="{9AA2041F-62B5-4175-9D63-9CC5046FC405}" srcOrd="1" destOrd="0" parTransId="{604F3113-FB5E-4DDF-925D-EC707BF04AB5}" sibTransId="{9D83679C-7927-413C-BCDB-BE364A3AC91C}"/>
    <dgm:cxn modelId="{4ED76A17-D984-4B63-B1D0-2062755F2036}" srcId="{789C9E91-5E4C-46AA-829D-D6E0ECBE6120}" destId="{E73A2AF4-6951-475B-ADEF-CAD5C8805FB6}" srcOrd="3" destOrd="0" parTransId="{4D0B364F-55AB-4A40-B190-92F2B2B7A4C4}" sibTransId="{3231AE30-280F-4CE3-AA20-1E26A8987F62}"/>
    <dgm:cxn modelId="{CD2F1A2F-D19A-4E7E-A721-17074DD35822}" srcId="{789C9E91-5E4C-46AA-829D-D6E0ECBE6120}" destId="{DCC8A129-C869-42A1-AE15-E66F36A0D2C3}" srcOrd="0" destOrd="0" parTransId="{E6115F2B-CB97-43A3-B35F-BD5149551909}" sibTransId="{E3CC2C48-B19A-4C95-B90F-45B9E155E25C}"/>
    <dgm:cxn modelId="{51F17386-CC44-485C-B096-6F6869CA7E62}" type="presOf" srcId="{85A2A7F7-2A3C-4A86-8C1B-9B994FFD2EB0}" destId="{B68D9D2D-26CD-4E25-9AC7-443367FA9A2D}" srcOrd="0" destOrd="1" presId="urn:microsoft.com/office/officeart/2005/8/layout/vList2"/>
    <dgm:cxn modelId="{3B6F931B-5FF4-4048-84C3-CC564CB52FAD}" type="presOf" srcId="{BC8617B9-B025-49C8-A252-7A7AA4CB2315}" destId="{109961DE-BCEC-4E6A-9DFC-1134D90E8618}" srcOrd="0" destOrd="0" presId="urn:microsoft.com/office/officeart/2005/8/layout/vList2"/>
    <dgm:cxn modelId="{BBA7C69D-08CA-43EA-9A97-7CAF153B6194}" srcId="{789C9E91-5E4C-46AA-829D-D6E0ECBE6120}" destId="{F3402B04-56F5-4324-9233-FDABAFB59051}" srcOrd="4" destOrd="0" parTransId="{C21B0514-4E11-4115-BE00-00297F8C7C86}" sibTransId="{BA684484-E5A3-45E8-A74E-B98A8D1832BA}"/>
    <dgm:cxn modelId="{C1964DCE-3A4E-4CF7-9DD6-33151E9C9A90}" srcId="{BC8617B9-B025-49C8-A252-7A7AA4CB2315}" destId="{789C9E91-5E4C-46AA-829D-D6E0ECBE6120}" srcOrd="1" destOrd="0" parTransId="{B3731754-DBA3-459A-AB94-D5D2A86ABB34}" sibTransId="{C38DBD54-2D03-42E7-AB9D-8FB9AB5D18C6}"/>
    <dgm:cxn modelId="{07E2D5BF-46A0-4B0E-A981-903CDF3F0DC5}" srcId="{29153D68-C04A-45FD-A1C4-F4ECF53EB9F7}" destId="{CDD76579-9823-4E31-9BEC-589E66C8D229}" srcOrd="2" destOrd="0" parTransId="{BD94F7AC-0FDD-4A75-B530-5EE67C45F1BF}" sibTransId="{24BBAF15-9EC7-43BE-B03E-AAC1027A3C08}"/>
    <dgm:cxn modelId="{C89F94C7-5B92-4578-9D0E-A641176F680C}" srcId="{DDBDB553-33E4-404A-8291-270BDBC90DC8}" destId="{5ED067EE-1DAE-46B7-873B-AA3A2984062E}" srcOrd="3" destOrd="0" parTransId="{CF62478A-20DB-477B-9283-6170BA6952D6}" sibTransId="{1DD5A1EA-485C-4D48-9550-893EDDF1CFC8}"/>
    <dgm:cxn modelId="{2E04D411-FE1E-437E-B07C-FDAF9362D72A}" type="presOf" srcId="{789C9E91-5E4C-46AA-829D-D6E0ECBE6120}" destId="{1C891ED0-DB1E-4207-A279-8E244DC19F8E}" srcOrd="0" destOrd="0" presId="urn:microsoft.com/office/officeart/2005/8/layout/vList2"/>
    <dgm:cxn modelId="{902B02B6-3E2E-4E51-BE24-89DE9C30A5E0}" type="presOf" srcId="{CDD76579-9823-4E31-9BEC-589E66C8D229}" destId="{C375A286-DF63-47EE-A0ED-90DAE38F4356}" srcOrd="0" destOrd="2" presId="urn:microsoft.com/office/officeart/2005/8/layout/vList2"/>
    <dgm:cxn modelId="{F1C18FFF-AD97-4129-AC61-5729FCA05471}" type="presOf" srcId="{9AA2041F-62B5-4175-9D63-9CC5046FC405}" destId="{C375A286-DF63-47EE-A0ED-90DAE38F4356}" srcOrd="0" destOrd="1" presId="urn:microsoft.com/office/officeart/2005/8/layout/vList2"/>
    <dgm:cxn modelId="{EE9E6AA8-CDFE-434C-A7BA-FF30169E565C}" srcId="{DDBDB553-33E4-404A-8291-270BDBC90DC8}" destId="{6FC63088-F2C1-400F-A1DF-B3E9C073D9F2}" srcOrd="2" destOrd="0" parTransId="{92A30F1E-4AD8-4FD0-BA42-D6874A5178F8}" sibTransId="{7C81FB64-DB7D-4317-8B6F-2608ED7F645C}"/>
    <dgm:cxn modelId="{03DCBCE4-43F5-4B23-A55A-B3CAF13D82F5}" type="presOf" srcId="{D8653762-321F-486A-B783-8A91BCA60B8A}" destId="{B68D9D2D-26CD-4E25-9AC7-443367FA9A2D}" srcOrd="0" destOrd="2" presId="urn:microsoft.com/office/officeart/2005/8/layout/vList2"/>
    <dgm:cxn modelId="{B2E87CFA-CB22-4A49-98D2-F75035EB59F3}" type="presOf" srcId="{A9A4114A-468E-44D1-8BD1-E4D981A98E30}" destId="{B68D9D2D-26CD-4E25-9AC7-443367FA9A2D}" srcOrd="0" destOrd="5" presId="urn:microsoft.com/office/officeart/2005/8/layout/vList2"/>
    <dgm:cxn modelId="{33ACFD21-FE2F-4388-A0D8-9ACD0DDF7EEA}" type="presOf" srcId="{5ED067EE-1DAE-46B7-873B-AA3A2984062E}" destId="{690C0398-7AB5-4662-90CE-B9767C7ED7CA}" srcOrd="0" destOrd="3" presId="urn:microsoft.com/office/officeart/2005/8/layout/vList2"/>
    <dgm:cxn modelId="{7A1418EC-1BA4-464B-AA30-335EF7C40EE1}" type="presOf" srcId="{DCC8A129-C869-42A1-AE15-E66F36A0D2C3}" destId="{B68D9D2D-26CD-4E25-9AC7-443367FA9A2D}" srcOrd="0" destOrd="0" presId="urn:microsoft.com/office/officeart/2005/8/layout/vList2"/>
    <dgm:cxn modelId="{01C02774-B419-4A9A-AD4E-F55644A8962E}" type="presOf" srcId="{734252EF-3413-4CDA-9D12-112D585B3E2D}" destId="{C375A286-DF63-47EE-A0ED-90DAE38F4356}" srcOrd="0" destOrd="0" presId="urn:microsoft.com/office/officeart/2005/8/layout/vList2"/>
    <dgm:cxn modelId="{3E4B8A99-0CF4-4145-9799-6D15C9CB6DB8}" srcId="{BC8617B9-B025-49C8-A252-7A7AA4CB2315}" destId="{DDBDB553-33E4-404A-8291-270BDBC90DC8}" srcOrd="0" destOrd="0" parTransId="{F61D42B0-8FB7-4648-940D-A888BAFFCFE9}" sibTransId="{ED353DDA-0762-4CAD-88C5-4FDC25DA0513}"/>
    <dgm:cxn modelId="{957A5E91-7CAB-4943-886F-BC7F7059B6CF}" srcId="{DDBDB553-33E4-404A-8291-270BDBC90DC8}" destId="{E32B7574-ADEB-48C0-A9C8-B5C0BF99F6FA}" srcOrd="1" destOrd="0" parTransId="{B4CEB7D4-DA0D-40FC-9C7B-C81CEEB2A272}" sibTransId="{AA48BF1D-656F-40BF-BB6F-8407EC27759F}"/>
    <dgm:cxn modelId="{B0F6B1A0-2376-49E0-85E5-3276B44EEFA5}" srcId="{BC8617B9-B025-49C8-A252-7A7AA4CB2315}" destId="{29153D68-C04A-45FD-A1C4-F4ECF53EB9F7}" srcOrd="2" destOrd="0" parTransId="{794A4D56-9FD2-4D59-A219-8E313B64B2F9}" sibTransId="{2CD7C504-4B96-4722-9CE5-EF967E15588C}"/>
    <dgm:cxn modelId="{8D58FEF0-1D59-41AF-9B9A-2EED91E3D6F0}" srcId="{789C9E91-5E4C-46AA-829D-D6E0ECBE6120}" destId="{A9A4114A-468E-44D1-8BD1-E4D981A98E30}" srcOrd="5" destOrd="0" parTransId="{8FB85C4E-1E54-43A6-852E-F690B28465FB}" sibTransId="{BC9C1A28-A740-4A5D-A184-8DB388213D0A}"/>
    <dgm:cxn modelId="{F15E31B0-789D-4F59-AB84-E92AE5795A48}" type="presOf" srcId="{8DA0A1E4-F6D8-4CAD-8346-A97220186A20}" destId="{690C0398-7AB5-4662-90CE-B9767C7ED7CA}" srcOrd="0" destOrd="0" presId="urn:microsoft.com/office/officeart/2005/8/layout/vList2"/>
    <dgm:cxn modelId="{A77B3CB3-F255-4FA0-9D35-9332914DF1D2}" srcId="{29153D68-C04A-45FD-A1C4-F4ECF53EB9F7}" destId="{734252EF-3413-4CDA-9D12-112D585B3E2D}" srcOrd="0" destOrd="0" parTransId="{D48192D3-44D5-4441-AC4F-651024C14605}" sibTransId="{D6F6E20E-FEA5-4D4D-9B14-3FF76705F59E}"/>
    <dgm:cxn modelId="{3ED5510B-80F1-42D3-AD47-E80B6A660C51}" srcId="{DDBDB553-33E4-404A-8291-270BDBC90DC8}" destId="{8DA0A1E4-F6D8-4CAD-8346-A97220186A20}" srcOrd="0" destOrd="0" parTransId="{19118659-AE88-455F-8AC7-7FC0A84A4448}" sibTransId="{3853939E-1FA8-4FDC-A08A-B34F2B889F83}"/>
    <dgm:cxn modelId="{6364F714-ADF5-4E75-A7FE-3F9AE2F2C139}" type="presOf" srcId="{DDBDB553-33E4-404A-8291-270BDBC90DC8}" destId="{522972BE-C7D7-48F3-AC7E-3675C7F30F50}" srcOrd="0" destOrd="0" presId="urn:microsoft.com/office/officeart/2005/8/layout/vList2"/>
    <dgm:cxn modelId="{44D62B1A-F3A7-48FE-8241-0DA95F5EFD67}" type="presOf" srcId="{29153D68-C04A-45FD-A1C4-F4ECF53EB9F7}" destId="{07437FE6-D04F-4347-A408-D8D0FD10D772}" srcOrd="0" destOrd="0" presId="urn:microsoft.com/office/officeart/2005/8/layout/vList2"/>
    <dgm:cxn modelId="{1D1E7A5F-C79A-4F81-8FD5-3AA37B02E086}" type="presOf" srcId="{6FC63088-F2C1-400F-A1DF-B3E9C073D9F2}" destId="{690C0398-7AB5-4662-90CE-B9767C7ED7CA}" srcOrd="0" destOrd="2" presId="urn:microsoft.com/office/officeart/2005/8/layout/vList2"/>
    <dgm:cxn modelId="{F6A01C07-D888-4D2E-B4A2-606C5E626D2A}" type="presOf" srcId="{F3402B04-56F5-4324-9233-FDABAFB59051}" destId="{B68D9D2D-26CD-4E25-9AC7-443367FA9A2D}" srcOrd="0" destOrd="4" presId="urn:microsoft.com/office/officeart/2005/8/layout/vList2"/>
    <dgm:cxn modelId="{C62EAC06-F94B-471A-816E-98A55510EC2D}" type="presParOf" srcId="{109961DE-BCEC-4E6A-9DFC-1134D90E8618}" destId="{522972BE-C7D7-48F3-AC7E-3675C7F30F50}" srcOrd="0" destOrd="0" presId="urn:microsoft.com/office/officeart/2005/8/layout/vList2"/>
    <dgm:cxn modelId="{441D7DF0-132B-4008-B93F-F5913D0805B3}" type="presParOf" srcId="{109961DE-BCEC-4E6A-9DFC-1134D90E8618}" destId="{690C0398-7AB5-4662-90CE-B9767C7ED7CA}" srcOrd="1" destOrd="0" presId="urn:microsoft.com/office/officeart/2005/8/layout/vList2"/>
    <dgm:cxn modelId="{7C464602-4E37-4BB1-89BA-602C0BD6176F}" type="presParOf" srcId="{109961DE-BCEC-4E6A-9DFC-1134D90E8618}" destId="{1C891ED0-DB1E-4207-A279-8E244DC19F8E}" srcOrd="2" destOrd="0" presId="urn:microsoft.com/office/officeart/2005/8/layout/vList2"/>
    <dgm:cxn modelId="{2016CD2D-C4AA-4CE0-BA4E-32545B2D284B}" type="presParOf" srcId="{109961DE-BCEC-4E6A-9DFC-1134D90E8618}" destId="{B68D9D2D-26CD-4E25-9AC7-443367FA9A2D}" srcOrd="3" destOrd="0" presId="urn:microsoft.com/office/officeart/2005/8/layout/vList2"/>
    <dgm:cxn modelId="{A31F06D5-D74B-425C-BDAC-E648CE6926C7}" type="presParOf" srcId="{109961DE-BCEC-4E6A-9DFC-1134D90E8618}" destId="{07437FE6-D04F-4347-A408-D8D0FD10D772}" srcOrd="4" destOrd="0" presId="urn:microsoft.com/office/officeart/2005/8/layout/vList2"/>
    <dgm:cxn modelId="{A56FB0F8-736A-44DD-A185-3D8DC52B11ED}" type="presParOf" srcId="{109961DE-BCEC-4E6A-9DFC-1134D90E8618}" destId="{C375A286-DF63-47EE-A0ED-90DAE38F435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237119102" name=""/>
      <dsp:cNvGrpSpPr/>
    </dsp:nvGrpSpPr>
    <dsp:grpSpPr bwMode="auto">
      <a:xfrm>
        <a:off x="0" y="0"/>
        <a:ext cx="8153399" cy="4997152"/>
        <a:chOff x="0" y="0"/>
        <a:chExt cx="8153399" cy="4997152"/>
      </a:xfrm>
    </dsp:grpSpPr>
    <dsp:sp modelId="{F3ADCD71-3840-41DE-B539-5B579C3DA5DE}">
      <dsp:nvSpPr>
        <dsp:cNvPr id="0" name=""/>
        <dsp:cNvSpPr/>
      </dsp:nvSpPr>
      <dsp:spPr bwMode="auto">
        <a:xfrm>
          <a:off x="0" y="0"/>
          <a:ext cx="8153399" cy="11614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>
              <a:solidFill>
                <a:schemeClr val="tx1"/>
              </a:solidFill>
            </a:rPr>
            <a:t>Руководители</a:t>
          </a:r>
          <a:endParaRPr/>
        </a:p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>
              <a:solidFill>
                <a:schemeClr val="tx1"/>
              </a:solidFill>
            </a:rPr>
            <a:t>работники, занимающие должности руководителей организации и их структурных подразделений, а также их заместители</a:t>
          </a:r>
          <a:endParaRPr lang="ru-RU" sz="1800">
            <a:solidFill>
              <a:schemeClr val="tx1"/>
            </a:solidFill>
          </a:endParaRPr>
        </a:p>
      </dsp:txBody>
      <dsp:txXfrm>
        <a:off x="1746824" y="0"/>
        <a:ext cx="6406575" cy="1161447"/>
      </dsp:txXfrm>
    </dsp:sp>
    <dsp:sp modelId="{1D77FFF4-510C-4E0A-B9F4-3A50957A64C4}">
      <dsp:nvSpPr>
        <dsp:cNvPr id="0" name=""/>
        <dsp:cNvSpPr/>
      </dsp:nvSpPr>
      <dsp:spPr bwMode="auto">
        <a:xfrm>
          <a:off x="116144" y="116144"/>
          <a:ext cx="1630680" cy="929157"/>
        </a:xfrm>
        <a:prstGeom prst="roundRect">
          <a:avLst>
            <a:gd name="adj" fmla="val 10000"/>
          </a:avLst>
        </a:prstGeom>
        <a:blipFill>
          <a:blip r:embed="rId1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7872CC28-331F-43EE-A815-AFA810E6A58A}">
      <dsp:nvSpPr>
        <dsp:cNvPr id="0" name=""/>
        <dsp:cNvSpPr/>
      </dsp:nvSpPr>
      <dsp:spPr bwMode="auto">
        <a:xfrm>
          <a:off x="0" y="1277592"/>
          <a:ext cx="8153399" cy="11614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>
              <a:solidFill>
                <a:schemeClr val="tx1"/>
              </a:solidFill>
            </a:rPr>
            <a:t>Специалисты</a:t>
          </a:r>
          <a:endParaRPr/>
        </a:p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>
              <a:solidFill>
                <a:schemeClr val="tx1"/>
              </a:solidFill>
            </a:rPr>
            <a:t>работники, занятые инженерно-техническими, экономическими, бухгалтерскими, юридическими и другими аналогичными видами деятельности</a:t>
          </a:r>
          <a:endParaRPr lang="ru-RU" sz="1800">
            <a:solidFill>
              <a:schemeClr val="tx1"/>
            </a:solidFill>
          </a:endParaRPr>
        </a:p>
      </dsp:txBody>
      <dsp:txXfrm>
        <a:off x="1746824" y="1277592"/>
        <a:ext cx="6406575" cy="1161447"/>
      </dsp:txXfrm>
    </dsp:sp>
    <dsp:sp modelId="{EB3E2121-A773-4B32-8499-3DE6A97B55F2}">
      <dsp:nvSpPr>
        <dsp:cNvPr id="0" name=""/>
        <dsp:cNvSpPr/>
      </dsp:nvSpPr>
      <dsp:spPr bwMode="auto">
        <a:xfrm>
          <a:off x="116144" y="1393736"/>
          <a:ext cx="1630680" cy="929157"/>
        </a:xfrm>
        <a:prstGeom prst="roundRect">
          <a:avLst>
            <a:gd name="adj" fmla="val 10000"/>
          </a:avLst>
        </a:prstGeom>
        <a:blipFill>
          <a:blip r:embed="rId2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63111714-0E5D-4665-A78C-934034FC0407}">
      <dsp:nvSpPr>
        <dsp:cNvPr id="0" name=""/>
        <dsp:cNvSpPr/>
      </dsp:nvSpPr>
      <dsp:spPr bwMode="auto">
        <a:xfrm>
          <a:off x="0" y="2555184"/>
          <a:ext cx="8153399" cy="116144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>
              <a:solidFill>
                <a:schemeClr val="tx1"/>
              </a:solidFill>
            </a:rPr>
            <a:t>Служащие</a:t>
          </a:r>
          <a:endParaRPr/>
        </a:p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>
              <a:solidFill>
                <a:schemeClr val="tx1"/>
              </a:solidFill>
            </a:rPr>
            <a:t>работники, осуществляющие подготовку и оформление документации, учет и контроль, хозяйственное обслуживание и делопроизводство</a:t>
          </a:r>
          <a:endParaRPr lang="ru-RU" sz="1800">
            <a:solidFill>
              <a:schemeClr val="tx1"/>
            </a:solidFill>
          </a:endParaRPr>
        </a:p>
      </dsp:txBody>
      <dsp:txXfrm>
        <a:off x="1746824" y="2555184"/>
        <a:ext cx="6406575" cy="1161447"/>
      </dsp:txXfrm>
    </dsp:sp>
    <dsp:sp modelId="{25C993AD-A3EA-417F-B91D-1E367A9AE67E}">
      <dsp:nvSpPr>
        <dsp:cNvPr id="0" name=""/>
        <dsp:cNvSpPr/>
      </dsp:nvSpPr>
      <dsp:spPr bwMode="auto">
        <a:xfrm>
          <a:off x="116144" y="2671329"/>
          <a:ext cx="1630680" cy="929157"/>
        </a:xfrm>
        <a:prstGeom prst="roundRect">
          <a:avLst>
            <a:gd name="adj" fmla="val 10000"/>
          </a:avLst>
        </a:prstGeom>
        <a:blipFill>
          <a:blip r:embed="rId3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526E50A2-BDA8-4CBF-8437-B2A005F3D055}">
      <dsp:nvSpPr>
        <dsp:cNvPr id="0" name=""/>
        <dsp:cNvSpPr/>
      </dsp:nvSpPr>
      <dsp:spPr bwMode="auto">
        <a:xfrm>
          <a:off x="0" y="3832776"/>
          <a:ext cx="8153399" cy="116144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1">
              <a:solidFill>
                <a:schemeClr val="tx1"/>
              </a:solidFill>
              <a:latin typeface="+mj-lt"/>
            </a:rPr>
            <a:t>Рабочие (включая младший обслуживающий персонал)</a:t>
          </a:r>
          <a:endParaRPr/>
        </a:p>
        <a:p>
          <a:pPr lvl="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800" b="0">
              <a:solidFill>
                <a:schemeClr val="tx1"/>
              </a:solidFill>
              <a:latin typeface="+mj-lt"/>
            </a:rPr>
            <a:t>лица непосредственно занятые созданием материальных ценностей или работами по оказанию производственных услуг и перемещению грузов</a:t>
          </a:r>
          <a:endParaRPr lang="ru-RU" sz="1800">
            <a:solidFill>
              <a:schemeClr val="tx1"/>
            </a:solidFill>
            <a:latin typeface="+mj-lt"/>
          </a:endParaRPr>
        </a:p>
      </dsp:txBody>
      <dsp:txXfrm>
        <a:off x="1746824" y="3832776"/>
        <a:ext cx="6406575" cy="1161447"/>
      </dsp:txXfrm>
    </dsp:sp>
    <dsp:sp modelId="{47593BFE-4923-4F1E-89A8-85B6028CA36F}">
      <dsp:nvSpPr>
        <dsp:cNvPr id="0" name=""/>
        <dsp:cNvSpPr/>
      </dsp:nvSpPr>
      <dsp:spPr bwMode="auto">
        <a:xfrm>
          <a:off x="116144" y="3948921"/>
          <a:ext cx="1630680" cy="929157"/>
        </a:xfrm>
        <a:prstGeom prst="roundRect">
          <a:avLst>
            <a:gd name="adj" fmla="val 10000"/>
          </a:avLst>
        </a:prstGeom>
        <a:blipFill>
          <a:blip r:embed="rId4"/>
          <a:stretch/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</dsp:spTree>
</dsp:drawing>
</file>

<file path=ppt/diagrams/drawing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2094229526" name=""/>
      <dsp:cNvGrpSpPr/>
    </dsp:nvGrpSpPr>
    <dsp:grpSpPr bwMode="auto">
      <a:xfrm>
        <a:off x="0" y="0"/>
        <a:ext cx="8640960" cy="2016224"/>
        <a:chOff x="0" y="0"/>
        <a:chExt cx="8640960" cy="2016224"/>
      </a:xfrm>
    </dsp:grpSpPr>
    <dsp:sp modelId="{A20F58B1-852B-4FDE-816A-67C5638C7C4B}">
      <dsp:nvSpPr>
        <dsp:cNvPr id="0" name=""/>
        <dsp:cNvSpPr/>
      </dsp:nvSpPr>
      <dsp:spPr bwMode="auto">
        <a:xfrm>
          <a:off x="4320480" y="833396"/>
          <a:ext cx="1903023" cy="34943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174715"/>
              </a:lnTo>
              <a:lnTo>
                <a:pt x="1903023" y="174715"/>
              </a:lnTo>
              <a:lnTo>
                <a:pt x="1903023" y="349430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BA467077-B254-41DB-A545-D4A8078F00F3}">
      <dsp:nvSpPr>
        <dsp:cNvPr id="0" name=""/>
        <dsp:cNvSpPr/>
      </dsp:nvSpPr>
      <dsp:spPr bwMode="auto">
        <a:xfrm>
          <a:off x="2522069" y="833396"/>
          <a:ext cx="1798410" cy="349430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1798410" y="0"/>
              </a:moveTo>
              <a:lnTo>
                <a:pt x="1798410" y="174715"/>
              </a:lnTo>
              <a:lnTo>
                <a:pt x="0" y="174715"/>
              </a:lnTo>
              <a:lnTo>
                <a:pt x="0" y="349430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5EE15A1A-C9E4-47E7-B0CE-E58ABB0793AC}">
      <dsp:nvSpPr>
        <dsp:cNvPr id="0" name=""/>
        <dsp:cNvSpPr/>
      </dsp:nvSpPr>
      <dsp:spPr bwMode="auto">
        <a:xfrm>
          <a:off x="2665078" y="1419"/>
          <a:ext cx="3310803" cy="831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800" b="1"/>
            <a:t>Руководители </a:t>
          </a:r>
          <a:endParaRPr lang="ru-RU" sz="2800" b="1"/>
        </a:p>
      </dsp:txBody>
      <dsp:txXfrm>
        <a:off x="2665078" y="1419"/>
        <a:ext cx="3310803" cy="831977"/>
      </dsp:txXfrm>
    </dsp:sp>
    <dsp:sp modelId="{F79E4F4F-EA93-4B72-8A33-601D2ACEA4C5}">
      <dsp:nvSpPr>
        <dsp:cNvPr id="0" name=""/>
        <dsp:cNvSpPr/>
      </dsp:nvSpPr>
      <dsp:spPr bwMode="auto">
        <a:xfrm>
          <a:off x="793761" y="1182827"/>
          <a:ext cx="3456615" cy="831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800" b="1"/>
            <a:t>Линейные </a:t>
          </a:r>
          <a:endParaRPr lang="ru-RU" sz="2800" b="1"/>
        </a:p>
      </dsp:txBody>
      <dsp:txXfrm>
        <a:off x="793761" y="1182827"/>
        <a:ext cx="3456615" cy="831977"/>
      </dsp:txXfrm>
    </dsp:sp>
    <dsp:sp modelId="{09164E40-B62B-4CDE-80BB-E7F90535FD3D}">
      <dsp:nvSpPr>
        <dsp:cNvPr id="0" name=""/>
        <dsp:cNvSpPr/>
      </dsp:nvSpPr>
      <dsp:spPr bwMode="auto">
        <a:xfrm>
          <a:off x="4599808" y="1182827"/>
          <a:ext cx="3247390" cy="8319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800" b="1"/>
            <a:t>Функциональные </a:t>
          </a:r>
          <a:endParaRPr lang="ru-RU" sz="2800" b="1"/>
        </a:p>
      </dsp:txBody>
      <dsp:txXfrm>
        <a:off x="4599808" y="1182827"/>
        <a:ext cx="3247390" cy="831977"/>
      </dsp:txXfrm>
    </dsp:sp>
  </dsp:spTree>
</dsp:drawing>
</file>

<file path=ppt/diagrams/drawing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31520520" name=""/>
      <dsp:cNvGrpSpPr/>
    </dsp:nvGrpSpPr>
    <dsp:grpSpPr bwMode="auto">
      <a:xfrm>
        <a:off x="0" y="0"/>
        <a:ext cx="8496944" cy="2736304"/>
        <a:chOff x="0" y="0"/>
        <a:chExt cx="8496944" cy="2736304"/>
      </a:xfrm>
    </dsp:grpSpPr>
    <dsp:sp modelId="{880A42E9-4244-4B3B-AEB7-7E0C5F62ACAB}">
      <dsp:nvSpPr>
        <dsp:cNvPr id="0" name=""/>
        <dsp:cNvSpPr/>
      </dsp:nvSpPr>
      <dsp:spPr bwMode="auto">
        <a:xfrm>
          <a:off x="4157403" y="1043265"/>
          <a:ext cx="2962903" cy="476742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324886"/>
              </a:lnTo>
              <a:lnTo>
                <a:pt x="2962903" y="324886"/>
              </a:lnTo>
              <a:lnTo>
                <a:pt x="2962903" y="4767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62F698B4-91AD-4A32-92FE-515F22A1A9AF}">
      <dsp:nvSpPr>
        <dsp:cNvPr id="0" name=""/>
        <dsp:cNvSpPr/>
      </dsp:nvSpPr>
      <dsp:spPr bwMode="auto">
        <a:xfrm>
          <a:off x="4157403" y="1043265"/>
          <a:ext cx="134564" cy="476742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324886"/>
              </a:lnTo>
              <a:lnTo>
                <a:pt x="134564" y="324886"/>
              </a:lnTo>
              <a:lnTo>
                <a:pt x="134564" y="4767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BBF67563-7528-4905-801E-6C6D7E3A118D}">
      <dsp:nvSpPr>
        <dsp:cNvPr id="0" name=""/>
        <dsp:cNvSpPr/>
      </dsp:nvSpPr>
      <dsp:spPr bwMode="auto">
        <a:xfrm>
          <a:off x="1329064" y="1043265"/>
          <a:ext cx="2828338" cy="476742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2828338" y="0"/>
              </a:moveTo>
              <a:lnTo>
                <a:pt x="2828338" y="324886"/>
              </a:lnTo>
              <a:lnTo>
                <a:pt x="0" y="324886"/>
              </a:lnTo>
              <a:lnTo>
                <a:pt x="0" y="47674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504ADBB7-7452-4AEC-AF54-038686E0FAED}">
      <dsp:nvSpPr>
        <dsp:cNvPr id="0" name=""/>
        <dsp:cNvSpPr/>
      </dsp:nvSpPr>
      <dsp:spPr bwMode="auto">
        <a:xfrm>
          <a:off x="2843593" y="2354"/>
          <a:ext cx="2627619" cy="10409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</dsp:sp>
    <dsp:sp modelId="{695507CC-8CCF-4B72-A26B-F4E82EDE509C}">
      <dsp:nvSpPr>
        <dsp:cNvPr id="0" name=""/>
        <dsp:cNvSpPr/>
      </dsp:nvSpPr>
      <dsp:spPr bwMode="auto">
        <a:xfrm>
          <a:off x="3025730" y="175384"/>
          <a:ext cx="2627619" cy="10409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Руководители </a:t>
          </a:r>
          <a:endParaRPr lang="ru-RU" sz="2400" b="1"/>
        </a:p>
      </dsp:txBody>
      <dsp:txXfrm>
        <a:off x="3056216" y="205871"/>
        <a:ext cx="2566645" cy="979936"/>
      </dsp:txXfrm>
    </dsp:sp>
    <dsp:sp modelId="{E6A0C46A-58A5-4374-8F17-86008F7ECCD2}">
      <dsp:nvSpPr>
        <dsp:cNvPr id="0" name=""/>
        <dsp:cNvSpPr/>
      </dsp:nvSpPr>
      <dsp:spPr bwMode="auto">
        <a:xfrm>
          <a:off x="4829" y="1520008"/>
          <a:ext cx="2648470" cy="10409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</dsp:sp>
    <dsp:sp modelId="{6B78BDC5-F522-4E1B-A65B-8F99D8287DA7}">
      <dsp:nvSpPr>
        <dsp:cNvPr id="0" name=""/>
        <dsp:cNvSpPr/>
      </dsp:nvSpPr>
      <dsp:spPr bwMode="auto">
        <a:xfrm>
          <a:off x="186966" y="1693038"/>
          <a:ext cx="2648470" cy="10409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Руководители высшего звена</a:t>
          </a:r>
          <a:endParaRPr lang="ru-RU" sz="2400" b="1"/>
        </a:p>
      </dsp:txBody>
      <dsp:txXfrm>
        <a:off x="217453" y="1723525"/>
        <a:ext cx="2587496" cy="979936"/>
      </dsp:txXfrm>
    </dsp:sp>
    <dsp:sp modelId="{74458C7D-ADB0-4667-958A-2F81E50199ED}">
      <dsp:nvSpPr>
        <dsp:cNvPr id="0" name=""/>
        <dsp:cNvSpPr/>
      </dsp:nvSpPr>
      <dsp:spPr bwMode="auto">
        <a:xfrm>
          <a:off x="3017573" y="1520008"/>
          <a:ext cx="2548789" cy="10409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</dsp:sp>
    <dsp:sp modelId="{C3AE5EBE-02D9-48F4-BDCB-407848B580ED}">
      <dsp:nvSpPr>
        <dsp:cNvPr id="0" name=""/>
        <dsp:cNvSpPr/>
      </dsp:nvSpPr>
      <dsp:spPr bwMode="auto">
        <a:xfrm>
          <a:off x="3199710" y="1693038"/>
          <a:ext cx="2548789" cy="10409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Руководители среднего звена</a:t>
          </a:r>
          <a:endParaRPr lang="ru-RU" sz="2400" b="1"/>
        </a:p>
      </dsp:txBody>
      <dsp:txXfrm>
        <a:off x="3230197" y="1723525"/>
        <a:ext cx="2487815" cy="979936"/>
      </dsp:txXfrm>
    </dsp:sp>
    <dsp:sp modelId="{2984239C-8568-4566-B15C-692060001E6C}">
      <dsp:nvSpPr>
        <dsp:cNvPr id="0" name=""/>
        <dsp:cNvSpPr/>
      </dsp:nvSpPr>
      <dsp:spPr bwMode="auto">
        <a:xfrm>
          <a:off x="5930635" y="1520008"/>
          <a:ext cx="2379342" cy="10409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</dsp:sp>
    <dsp:sp modelId="{919FEBE4-0775-494F-8A8C-30998A997259}">
      <dsp:nvSpPr>
        <dsp:cNvPr id="0" name=""/>
        <dsp:cNvSpPr/>
      </dsp:nvSpPr>
      <dsp:spPr bwMode="auto">
        <a:xfrm>
          <a:off x="6112772" y="1693038"/>
          <a:ext cx="2379342" cy="10409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Руководители низового звена</a:t>
          </a:r>
          <a:endParaRPr lang="ru-RU" sz="2400" b="1"/>
        </a:p>
      </dsp:txBody>
      <dsp:txXfrm>
        <a:off x="6143259" y="1723525"/>
        <a:ext cx="2318368" cy="979936"/>
      </dsp:txXfrm>
    </dsp:sp>
  </dsp:spTree>
</dsp:drawing>
</file>

<file path=ppt/diagrams/drawing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283032325" name=""/>
      <dsp:cNvGrpSpPr/>
    </dsp:nvGrpSpPr>
    <dsp:grpSpPr bwMode="auto">
      <a:xfrm>
        <a:off x="0" y="0"/>
        <a:ext cx="8496944" cy="4464496"/>
        <a:chOff x="0" y="0"/>
        <a:chExt cx="8496944" cy="4464496"/>
      </a:xfrm>
    </dsp:grpSpPr>
    <dsp:sp modelId="{62F698B4-91AD-4A32-92FE-515F22A1A9AF}">
      <dsp:nvSpPr>
        <dsp:cNvPr id="0" name=""/>
        <dsp:cNvSpPr/>
      </dsp:nvSpPr>
      <dsp:spPr bwMode="auto">
        <a:xfrm>
          <a:off x="4113839" y="1610845"/>
          <a:ext cx="2226960" cy="704797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0" y="0"/>
              </a:moveTo>
              <a:lnTo>
                <a:pt x="0" y="480298"/>
              </a:lnTo>
              <a:lnTo>
                <a:pt x="2226960" y="480298"/>
              </a:lnTo>
              <a:lnTo>
                <a:pt x="2226960" y="704797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BBF67563-7528-4905-801E-6C6D7E3A118D}">
      <dsp:nvSpPr>
        <dsp:cNvPr id="0" name=""/>
        <dsp:cNvSpPr/>
      </dsp:nvSpPr>
      <dsp:spPr bwMode="auto">
        <a:xfrm>
          <a:off x="1960562" y="1610845"/>
          <a:ext cx="2153277" cy="704797"/>
        </a:xfrm>
        <a:custGeom>
          <a:avLst/>
          <a:gdLst/>
          <a:ahLst/>
          <a:cxnLst/>
          <a:rect l="0" t="0" r="0" b="0"/>
          <a:pathLst>
            <a:path fill="norm" stroke="1" extrusionOk="0">
              <a:moveTo>
                <a:pt x="2153277" y="0"/>
              </a:moveTo>
              <a:lnTo>
                <a:pt x="2153277" y="480298"/>
              </a:lnTo>
              <a:lnTo>
                <a:pt x="0" y="480298"/>
              </a:lnTo>
              <a:lnTo>
                <a:pt x="0" y="704797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</dsp:sp>
    <dsp:sp modelId="{504ADBB7-7452-4AEC-AF54-038686E0FAED}">
      <dsp:nvSpPr>
        <dsp:cNvPr id="0" name=""/>
        <dsp:cNvSpPr/>
      </dsp:nvSpPr>
      <dsp:spPr bwMode="auto">
        <a:xfrm>
          <a:off x="2171556" y="72004"/>
          <a:ext cx="3884567" cy="15388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</dsp:sp>
    <dsp:sp modelId="{695507CC-8CCF-4B72-A26B-F4E82EDE509C}">
      <dsp:nvSpPr>
        <dsp:cNvPr id="0" name=""/>
        <dsp:cNvSpPr/>
      </dsp:nvSpPr>
      <dsp:spPr bwMode="auto">
        <a:xfrm>
          <a:off x="2440819" y="327804"/>
          <a:ext cx="3884567" cy="153884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600" b="1"/>
            <a:t>Рабочие </a:t>
          </a:r>
          <a:endParaRPr lang="ru-RU" sz="3600" b="1"/>
        </a:p>
      </dsp:txBody>
      <dsp:txXfrm>
        <a:off x="2485890" y="372875"/>
        <a:ext cx="3794425" cy="1448698"/>
      </dsp:txXfrm>
    </dsp:sp>
    <dsp:sp modelId="{E6A0C46A-58A5-4374-8F17-86008F7ECCD2}">
      <dsp:nvSpPr>
        <dsp:cNvPr id="0" name=""/>
        <dsp:cNvSpPr/>
      </dsp:nvSpPr>
      <dsp:spPr bwMode="auto">
        <a:xfrm>
          <a:off x="2865" y="2315642"/>
          <a:ext cx="3915392" cy="18210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</dsp:sp>
    <dsp:sp modelId="{6B78BDC5-F522-4E1B-A65B-8F99D8287DA7}">
      <dsp:nvSpPr>
        <dsp:cNvPr id="0" name=""/>
        <dsp:cNvSpPr/>
      </dsp:nvSpPr>
      <dsp:spPr bwMode="auto">
        <a:xfrm>
          <a:off x="272129" y="2571442"/>
          <a:ext cx="3915392" cy="18210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Основные – </a:t>
          </a:r>
          <a:r>
            <a:rPr lang="ru-RU" sz="2400"/>
            <a:t>рабочие, которые непосредственно связаны с производством продукции</a:t>
          </a:r>
          <a:r>
            <a:rPr lang="ru-RU" sz="2400" b="1"/>
            <a:t> </a:t>
          </a:r>
          <a:endParaRPr lang="ru-RU" sz="2400" b="1"/>
        </a:p>
      </dsp:txBody>
      <dsp:txXfrm>
        <a:off x="325466" y="2624779"/>
        <a:ext cx="3808718" cy="1714374"/>
      </dsp:txXfrm>
    </dsp:sp>
    <dsp:sp modelId="{74458C7D-ADB0-4667-958A-2F81E50199ED}">
      <dsp:nvSpPr>
        <dsp:cNvPr id="0" name=""/>
        <dsp:cNvSpPr/>
      </dsp:nvSpPr>
      <dsp:spPr bwMode="auto">
        <a:xfrm>
          <a:off x="4456786" y="2315642"/>
          <a:ext cx="3768027" cy="18210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1">
          <a:srgbClr val="000000"/>
        </a:effectRef>
        <a:fontRef idx="minor">
          <a:schemeClr val="lt1"/>
        </a:fontRef>
      </dsp:style>
    </dsp:sp>
    <dsp:sp modelId="{C3AE5EBE-02D9-48F4-BDCB-407848B580ED}">
      <dsp:nvSpPr>
        <dsp:cNvPr id="0" name=""/>
        <dsp:cNvSpPr/>
      </dsp:nvSpPr>
      <dsp:spPr bwMode="auto">
        <a:xfrm>
          <a:off x="4726049" y="2571442"/>
          <a:ext cx="3768027" cy="182104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Вспомогательные – </a:t>
          </a:r>
          <a:r>
            <a:rPr lang="ru-RU" sz="2400"/>
            <a:t>рабочие, занимающиеся обслуживанием производства</a:t>
          </a:r>
          <a:r>
            <a:rPr lang="ru-RU" sz="2400" b="1"/>
            <a:t> </a:t>
          </a:r>
          <a:endParaRPr lang="ru-RU" sz="2400" b="1"/>
        </a:p>
      </dsp:txBody>
      <dsp:txXfrm>
        <a:off x="4779386" y="2624779"/>
        <a:ext cx="3661353" cy="1714374"/>
      </dsp:txXfrm>
    </dsp:sp>
  </dsp:spTree>
</dsp:drawing>
</file>

<file path=ppt/diagrams/drawing5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465354113" name=""/>
      <dsp:cNvGrpSpPr/>
    </dsp:nvGrpSpPr>
    <dsp:grpSpPr bwMode="auto">
      <a:xfrm>
        <a:off x="0" y="0"/>
        <a:ext cx="8784976" cy="5184576"/>
        <a:chOff x="0" y="0"/>
        <a:chExt cx="8784976" cy="5184576"/>
      </a:xfrm>
    </dsp:grpSpPr>
    <dsp:sp modelId="{4083EC0F-AD22-4701-BABB-157DD8C0524A}">
      <dsp:nvSpPr>
        <dsp:cNvPr id="0" name=""/>
        <dsp:cNvSpPr/>
      </dsp:nvSpPr>
      <dsp:spPr bwMode="auto">
        <a:xfrm>
          <a:off x="2745" y="105342"/>
          <a:ext cx="2676672" cy="10706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1">
          <a:srgbClr val="000000"/>
        </a:lnRef>
        <a:fillRef idx="3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Профессия </a:t>
          </a:r>
          <a:endParaRPr lang="ru-RU" sz="2400"/>
        </a:p>
      </dsp:txBody>
      <dsp:txXfrm>
        <a:off x="2745" y="105342"/>
        <a:ext cx="2676672" cy="1070668"/>
      </dsp:txXfrm>
    </dsp:sp>
    <dsp:sp modelId="{68BC03A6-DAEB-4EB3-AC1C-701D1362F177}">
      <dsp:nvSpPr>
        <dsp:cNvPr id="0" name=""/>
        <dsp:cNvSpPr/>
      </dsp:nvSpPr>
      <dsp:spPr bwMode="auto">
        <a:xfrm>
          <a:off x="2745" y="1176011"/>
          <a:ext cx="2676672" cy="3903221"/>
        </a:xfrm>
        <a:prstGeom prst="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  <a:alpha val="90000"/>
          </a:schemeClr>
        </a:solidFill>
        <a:ln w="10000" cap="flat" cmpd="sng" algn="ctr">
          <a:solidFill>
            <a:schemeClr val="accent2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1">
          <a:srgbClr val="000000"/>
        </a:lnRef>
        <a:fillRef idx="1">
          <a:srgbClr val="000000"/>
        </a:fillRef>
        <a:effectRef idx="2">
          <a:srgbClr val="00000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000"/>
            <a:t>особый вид трудовой деятельности, требующий определенных теоретических знаний и практических навыков</a:t>
          </a:r>
          <a:endParaRPr lang="ru-RU" sz="2000"/>
        </a:p>
      </dsp:txBody>
      <dsp:txXfrm>
        <a:off x="2745" y="1176011"/>
        <a:ext cx="2676672" cy="3903221"/>
      </dsp:txXfrm>
    </dsp:sp>
    <dsp:sp modelId="{9029E604-35CF-4E01-9BE2-3DBB5771EE93}">
      <dsp:nvSpPr>
        <dsp:cNvPr id="0" name=""/>
        <dsp:cNvSpPr/>
      </dsp:nvSpPr>
      <dsp:spPr bwMode="auto">
        <a:xfrm>
          <a:off x="3054151" y="105342"/>
          <a:ext cx="2676672" cy="10706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1">
          <a:srgbClr val="000000"/>
        </a:lnRef>
        <a:fillRef idx="3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Специальность </a:t>
          </a:r>
          <a:endParaRPr lang="ru-RU" sz="2400"/>
        </a:p>
      </dsp:txBody>
      <dsp:txXfrm>
        <a:off x="3054151" y="105342"/>
        <a:ext cx="2676672" cy="1070668"/>
      </dsp:txXfrm>
    </dsp:sp>
    <dsp:sp modelId="{8C2F9BC5-318B-4A2C-8D08-FED97ED2C660}">
      <dsp:nvSpPr>
        <dsp:cNvPr id="0" name=""/>
        <dsp:cNvSpPr/>
      </dsp:nvSpPr>
      <dsp:spPr bwMode="auto">
        <a:xfrm>
          <a:off x="3054151" y="1176011"/>
          <a:ext cx="2676672" cy="3903221"/>
        </a:xfrm>
        <a:prstGeom prst="rect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  <a:alpha val="90000"/>
          </a:schemeClr>
        </a:solidFill>
        <a:ln w="10000" cap="flat" cmpd="sng" algn="ctr">
          <a:solidFill>
            <a:schemeClr val="accent3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1">
          <a:srgbClr val="000000"/>
        </a:lnRef>
        <a:fillRef idx="1">
          <a:srgbClr val="000000"/>
        </a:fillRef>
        <a:effectRef idx="2">
          <a:srgbClr val="00000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000"/>
            <a:t>вид деятельности в пределах профессии, который имеет специфические особенности и требует от работников дополнительных специальных знаний и навыков</a:t>
          </a:r>
          <a:endParaRPr lang="ru-RU" sz="2000"/>
        </a:p>
      </dsp:txBody>
      <dsp:txXfrm>
        <a:off x="3054151" y="1176011"/>
        <a:ext cx="2676672" cy="3903221"/>
      </dsp:txXfrm>
    </dsp:sp>
    <dsp:sp modelId="{45DCF096-5238-4A58-9A52-6A34B9F1EDAB}">
      <dsp:nvSpPr>
        <dsp:cNvPr id="0" name=""/>
        <dsp:cNvSpPr/>
      </dsp:nvSpPr>
      <dsp:spPr bwMode="auto">
        <a:xfrm>
          <a:off x="6105558" y="105342"/>
          <a:ext cx="2676672" cy="10706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0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1">
          <a:srgbClr val="000000"/>
        </a:lnRef>
        <a:fillRef idx="3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/>
            <a:t>Уровень квалификации</a:t>
          </a:r>
          <a:endParaRPr lang="ru-RU" sz="2400"/>
        </a:p>
      </dsp:txBody>
      <dsp:txXfrm>
        <a:off x="6105558" y="105342"/>
        <a:ext cx="2676672" cy="1070668"/>
      </dsp:txXfrm>
    </dsp:sp>
    <dsp:sp modelId="{82C9730A-17BF-4161-861F-E6DDF68EF412}">
      <dsp:nvSpPr>
        <dsp:cNvPr id="0" name=""/>
        <dsp:cNvSpPr/>
      </dsp:nvSpPr>
      <dsp:spPr bwMode="auto">
        <a:xfrm>
          <a:off x="6105558" y="1176011"/>
          <a:ext cx="2676672" cy="3903221"/>
        </a:xfrm>
        <a:prstGeom prst="rect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  <a:alpha val="90000"/>
          </a:schemeClr>
        </a:solidFill>
        <a:ln w="10000" cap="flat" cmpd="sng" algn="ctr">
          <a:solidFill>
            <a:schemeClr val="accent4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1">
          <a:srgbClr val="000000"/>
        </a:lnRef>
        <a:fillRef idx="1">
          <a:srgbClr val="000000"/>
        </a:fillRef>
        <a:effectRef idx="2">
          <a:srgbClr val="00000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000"/>
            <a:t>степень овладения работниками той или иной профессией или специальностью, которая отражается в квалификационных разрядах и категориях (национальная рамка квалификаций)</a:t>
          </a:r>
          <a:endParaRPr lang="ru-RU" sz="2000"/>
        </a:p>
      </dsp:txBody>
      <dsp:txXfrm>
        <a:off x="6105558" y="1176011"/>
        <a:ext cx="2676672" cy="3903221"/>
      </dsp:txXfrm>
    </dsp:sp>
  </dsp:spTree>
</dsp:drawing>
</file>

<file path=ppt/diagrams/drawing6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946755618" name=""/>
      <dsp:cNvGrpSpPr/>
    </dsp:nvGrpSpPr>
    <dsp:grpSpPr bwMode="auto">
      <a:xfrm>
        <a:off x="0" y="0"/>
        <a:ext cx="8568952" cy="4968552"/>
        <a:chOff x="0" y="0"/>
        <a:chExt cx="8568952" cy="4968552"/>
      </a:xfrm>
    </dsp:grpSpPr>
    <dsp:sp modelId="{60AC9296-6470-4097-89BD-37A3DF403B38}">
      <dsp:nvSpPr>
        <dsp:cNvPr id="0" name=""/>
        <dsp:cNvSpPr/>
      </dsp:nvSpPr>
      <dsp:spPr bwMode="auto">
        <a:xfrm>
          <a:off x="0" y="24808"/>
          <a:ext cx="8568952" cy="725399"/>
        </a:xfrm>
        <a:prstGeom prst="roundRect">
          <a:avLst>
            <a:gd name="adj" fmla="val 1666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100" b="1">
              <a:latin typeface="Times New Roman"/>
              <a:cs typeface="Times New Roman"/>
            </a:rPr>
            <a:t>За месяц </a:t>
          </a:r>
          <a:endParaRPr lang="ru-RU" sz="3100" b="1">
            <a:latin typeface="Times New Roman"/>
            <a:cs typeface="Times New Roman"/>
          </a:endParaRPr>
        </a:p>
      </dsp:txBody>
      <dsp:txXfrm>
        <a:off x="35411" y="60219"/>
        <a:ext cx="8498130" cy="654577"/>
      </dsp:txXfrm>
    </dsp:sp>
    <dsp:sp modelId="{47C60234-5752-4150-B6D3-D739B9F60D19}">
      <dsp:nvSpPr>
        <dsp:cNvPr id="0" name=""/>
        <dsp:cNvSpPr/>
      </dsp:nvSpPr>
      <dsp:spPr bwMode="auto">
        <a:xfrm>
          <a:off x="0" y="735643"/>
          <a:ext cx="8568952" cy="166842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7206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400">
              <a:latin typeface="Times New Roman"/>
              <a:cs typeface="Times New Roman"/>
            </a:rPr>
            <a:t>определяется путем суммирования численности работников списочного состава за каждый календарный день месяца, включая праздничные и выходные дни, и деления полученной суммы на количество календарных дней месяца</a:t>
          </a:r>
          <a:endParaRPr lang="ru-RU" sz="2400">
            <a:latin typeface="Times New Roman"/>
            <a:cs typeface="Times New Roman"/>
          </a:endParaRPr>
        </a:p>
      </dsp:txBody>
      <dsp:txXfrm>
        <a:off x="0" y="735643"/>
        <a:ext cx="8568952" cy="1668420"/>
      </dsp:txXfrm>
    </dsp:sp>
    <dsp:sp modelId="{1B0CE1F1-FB26-4705-A266-E38BCF7C2744}">
      <dsp:nvSpPr>
        <dsp:cNvPr id="0" name=""/>
        <dsp:cNvSpPr/>
      </dsp:nvSpPr>
      <dsp:spPr bwMode="auto">
        <a:xfrm>
          <a:off x="0" y="2371126"/>
          <a:ext cx="8568952" cy="725399"/>
        </a:xfrm>
        <a:prstGeom prst="roundRect">
          <a:avLst>
            <a:gd name="adj" fmla="val 16667"/>
          </a:avLst>
        </a:prstGeom>
        <a:solidFill>
          <a:schemeClr val="accent4">
            <a:hueOff val="7484979"/>
            <a:satOff val="-41387"/>
            <a:lumOff val="-35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100" b="1">
              <a:latin typeface="Times New Roman"/>
              <a:cs typeface="Times New Roman"/>
            </a:rPr>
            <a:t>За квартал (год) </a:t>
          </a:r>
          <a:endParaRPr lang="ru-RU" sz="3100" b="1">
            <a:latin typeface="Times New Roman"/>
            <a:cs typeface="Times New Roman"/>
          </a:endParaRPr>
        </a:p>
      </dsp:txBody>
      <dsp:txXfrm>
        <a:off x="35411" y="2406536"/>
        <a:ext cx="8498130" cy="654577"/>
      </dsp:txXfrm>
    </dsp:sp>
    <dsp:sp modelId="{2F6E538A-093F-43D3-8C34-E94506E48201}">
      <dsp:nvSpPr>
        <dsp:cNvPr id="0" name=""/>
        <dsp:cNvSpPr/>
      </dsp:nvSpPr>
      <dsp:spPr bwMode="auto">
        <a:xfrm>
          <a:off x="0" y="3129463"/>
          <a:ext cx="8568952" cy="1828845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72064" tIns="39370" rIns="220472" bIns="39370" numCol="1" spcCol="1270" anchor="t" anchorCtr="0">
          <a:noAutofit/>
        </a:bodyPr>
        <a:lstStyle/>
        <a:p>
          <a:pPr marL="269875" marR="0" lvl="1" indent="-269875" algn="l" defTabSz="914400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Char char="••"/>
            <a:defRPr/>
          </a:pPr>
          <a:r>
            <a:rPr lang="ru-RU" sz="2400">
              <a:latin typeface="Times New Roman"/>
              <a:cs typeface="Times New Roman"/>
            </a:rPr>
            <a:t>определяется путем суммирования среднесписочной численности работников за все месяцы работы организации в квартале (году) и деления полученной суммы на 3 (12).</a:t>
          </a:r>
          <a:endParaRPr/>
        </a:p>
        <a:p>
          <a:pPr marL="228600" lvl="1" indent="0" algn="l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endParaRPr lang="ru-RU" sz="2400"/>
        </a:p>
      </dsp:txBody>
      <dsp:txXfrm>
        <a:off x="0" y="3129463"/>
        <a:ext cx="8568952" cy="1828845"/>
      </dsp:txXfrm>
    </dsp:sp>
  </dsp:spTree>
</dsp:drawing>
</file>

<file path=ppt/diagrams/drawing7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613317043" name=""/>
      <dsp:cNvGrpSpPr/>
    </dsp:nvGrpSpPr>
    <dsp:grpSpPr bwMode="auto">
      <a:xfrm>
        <a:off x="0" y="0"/>
        <a:ext cx="8712968" cy="5184576"/>
        <a:chOff x="0" y="0"/>
        <a:chExt cx="8712968" cy="5184576"/>
      </a:xfrm>
    </dsp:grpSpPr>
    <dsp:sp modelId="{522972BE-C7D7-48F3-AC7E-3675C7F30F50}">
      <dsp:nvSpPr>
        <dsp:cNvPr id="0" name=""/>
        <dsp:cNvSpPr/>
      </dsp:nvSpPr>
      <dsp:spPr bwMode="auto">
        <a:xfrm>
          <a:off x="0" y="224388"/>
          <a:ext cx="8712968" cy="719549"/>
        </a:xfrm>
        <a:prstGeom prst="roundRect">
          <a:avLst>
            <a:gd name="adj" fmla="val 1666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000" b="1"/>
            <a:t>Оборот кадров</a:t>
          </a:r>
          <a:endParaRPr lang="ru-RU" sz="3000" b="1"/>
        </a:p>
      </dsp:txBody>
      <dsp:txXfrm>
        <a:off x="35125" y="259513"/>
        <a:ext cx="8642718" cy="649299"/>
      </dsp:txXfrm>
    </dsp:sp>
    <dsp:sp modelId="{690C0398-7AB5-4662-90CE-B9767C7ED7CA}">
      <dsp:nvSpPr>
        <dsp:cNvPr id="0" name=""/>
        <dsp:cNvSpPr/>
      </dsp:nvSpPr>
      <dsp:spPr bwMode="auto">
        <a:xfrm>
          <a:off x="0" y="943938"/>
          <a:ext cx="8712968" cy="1583549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76637" tIns="38100" rIns="213360" bIns="38100" numCol="1" spcCol="1270" anchor="t" anchorCtr="0">
          <a:noAutofit/>
        </a:bodyPr>
        <a:lstStyle/>
        <a:p>
          <a:pPr marL="228600" lvl="1" indent="-228600" algn="ctr" defTabSz="10223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300" b="1"/>
            <a:t>О кадров = (Чприн + Чвыб) : ССЧ</a:t>
          </a:r>
          <a:endParaRPr lang="ru-RU" sz="2300" b="1"/>
        </a:p>
        <a:p>
          <a:pPr marL="228600" lvl="1" indent="-228600" algn="l" defTabSz="10223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300"/>
            <a:t>где </a:t>
          </a:r>
          <a:r>
            <a:rPr lang="ru-RU" sz="2300"/>
            <a:t>Чприн</a:t>
          </a:r>
          <a:r>
            <a:rPr lang="ru-RU" sz="2300"/>
            <a:t> – численность принятых в течение года работников</a:t>
          </a:r>
          <a:endParaRPr lang="ru-RU" sz="2300"/>
        </a:p>
        <a:p>
          <a:pPr marL="228600" lvl="1" indent="-228600" algn="l" defTabSz="10223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300"/>
            <a:t>Чвыб</a:t>
          </a:r>
          <a:r>
            <a:rPr lang="ru-RU" sz="2300"/>
            <a:t> – численность выбывших в течение года работников</a:t>
          </a:r>
          <a:endParaRPr lang="ru-RU" sz="2300"/>
        </a:p>
        <a:p>
          <a:pPr marL="228600" lvl="1" indent="-228600" algn="l" defTabSz="10223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300"/>
            <a:t>ССЧ – среднесписочная численность работников</a:t>
          </a:r>
          <a:endParaRPr lang="ru-RU" sz="2300"/>
        </a:p>
      </dsp:txBody>
      <dsp:txXfrm>
        <a:off x="0" y="943938"/>
        <a:ext cx="8712968" cy="1583549"/>
      </dsp:txXfrm>
    </dsp:sp>
    <dsp:sp modelId="{1C891ED0-DB1E-4207-A279-8E244DC19F8E}">
      <dsp:nvSpPr>
        <dsp:cNvPr id="0" name=""/>
        <dsp:cNvSpPr/>
      </dsp:nvSpPr>
      <dsp:spPr bwMode="auto">
        <a:xfrm>
          <a:off x="0" y="2527488"/>
          <a:ext cx="8712968" cy="719549"/>
        </a:xfrm>
        <a:prstGeom prst="roundRect">
          <a:avLst>
            <a:gd name="adj" fmla="val 16667"/>
          </a:avLst>
        </a:prstGeom>
        <a:solidFill>
          <a:schemeClr val="accent3">
            <a:hueOff val="-808782"/>
            <a:satOff val="20694"/>
            <a:lumOff val="784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000" b="1"/>
            <a:t>Оборот по выбытию кадров</a:t>
          </a:r>
          <a:endParaRPr lang="ru-RU" sz="3000" b="1"/>
        </a:p>
      </dsp:txBody>
      <dsp:txXfrm>
        <a:off x="35125" y="2562613"/>
        <a:ext cx="8642718" cy="649299"/>
      </dsp:txXfrm>
    </dsp:sp>
    <dsp:sp modelId="{B68D9D2D-26CD-4E25-9AC7-443367FA9A2D}">
      <dsp:nvSpPr>
        <dsp:cNvPr id="0" name=""/>
        <dsp:cNvSpPr/>
      </dsp:nvSpPr>
      <dsp:spPr bwMode="auto">
        <a:xfrm>
          <a:off x="0" y="3247038"/>
          <a:ext cx="8712968" cy="49680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76637" tIns="38100" rIns="213360" bIns="38100" numCol="1" spcCol="1270" anchor="t" anchorCtr="0">
          <a:noAutofit/>
        </a:bodyPr>
        <a:lstStyle/>
        <a:p>
          <a:pPr marL="228600" lvl="1" indent="-228600" algn="ctr" defTabSz="10223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300" b="1"/>
            <a:t>Овыб = Чвыб : ССЧ</a:t>
          </a:r>
          <a:endParaRPr lang="ru-RU" sz="2300" b="1"/>
        </a:p>
      </dsp:txBody>
      <dsp:txXfrm>
        <a:off x="0" y="3247038"/>
        <a:ext cx="8712968" cy="496800"/>
      </dsp:txXfrm>
    </dsp:sp>
    <dsp:sp modelId="{22A04B44-F7B5-4D9F-AF41-C26BD2DBF72E}">
      <dsp:nvSpPr>
        <dsp:cNvPr id="0" name=""/>
        <dsp:cNvSpPr/>
      </dsp:nvSpPr>
      <dsp:spPr bwMode="auto">
        <a:xfrm>
          <a:off x="0" y="3743838"/>
          <a:ext cx="8712968" cy="719549"/>
        </a:xfrm>
        <a:prstGeom prst="roundRect">
          <a:avLst>
            <a:gd name="adj" fmla="val 16667"/>
          </a:avLst>
        </a:prstGeom>
        <a:solidFill>
          <a:schemeClr val="accent3">
            <a:hueOff val="-1617565"/>
            <a:satOff val="41387"/>
            <a:lumOff val="1568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000" b="1"/>
            <a:t>Оборот по приему кадров</a:t>
          </a:r>
          <a:endParaRPr lang="ru-RU" sz="3000" b="1"/>
        </a:p>
      </dsp:txBody>
      <dsp:txXfrm>
        <a:off x="35125" y="3778963"/>
        <a:ext cx="8642718" cy="649299"/>
      </dsp:txXfrm>
    </dsp:sp>
    <dsp:sp modelId="{EC0DB0E8-FD5C-4511-B79A-E7F3CB4C38C0}">
      <dsp:nvSpPr>
        <dsp:cNvPr id="0" name=""/>
        <dsp:cNvSpPr/>
      </dsp:nvSpPr>
      <dsp:spPr bwMode="auto">
        <a:xfrm>
          <a:off x="0" y="4463388"/>
          <a:ext cx="8712968" cy="49680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76637" tIns="38100" rIns="213360" bIns="38100" numCol="1" spcCol="1270" anchor="t" anchorCtr="0">
          <a:noAutofit/>
        </a:bodyPr>
        <a:lstStyle/>
        <a:p>
          <a:pPr marL="228600" lvl="1" indent="-228600" algn="ctr" defTabSz="10223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300" b="1"/>
            <a:t>Оприем = Чприн : ССЧ</a:t>
          </a:r>
          <a:endParaRPr lang="ru-RU" sz="2300" b="1"/>
        </a:p>
      </dsp:txBody>
      <dsp:txXfrm>
        <a:off x="0" y="4463388"/>
        <a:ext cx="8712968" cy="496800"/>
      </dsp:txXfrm>
    </dsp:sp>
  </dsp:spTree>
</dsp:drawing>
</file>

<file path=ppt/diagrams/drawing8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792638768" name=""/>
      <dsp:cNvGrpSpPr/>
    </dsp:nvGrpSpPr>
    <dsp:grpSpPr bwMode="auto">
      <a:xfrm>
        <a:off x="0" y="0"/>
        <a:ext cx="8712968" cy="5184576"/>
        <a:chOff x="0" y="0"/>
        <a:chExt cx="8712968" cy="5184576"/>
      </a:xfrm>
    </dsp:grpSpPr>
    <dsp:sp modelId="{522972BE-C7D7-48F3-AC7E-3675C7F30F50}">
      <dsp:nvSpPr>
        <dsp:cNvPr id="0" name=""/>
        <dsp:cNvSpPr/>
      </dsp:nvSpPr>
      <dsp:spPr bwMode="auto">
        <a:xfrm>
          <a:off x="0" y="9332"/>
          <a:ext cx="8712968" cy="911430"/>
        </a:xfrm>
        <a:prstGeom prst="roundRect">
          <a:avLst>
            <a:gd name="adj" fmla="val 1666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800" b="1"/>
            <a:t>Коэффициент постоянства кадров</a:t>
          </a:r>
          <a:endParaRPr lang="ru-RU" sz="3800" b="1"/>
        </a:p>
      </dsp:txBody>
      <dsp:txXfrm>
        <a:off x="44492" y="53824"/>
        <a:ext cx="8623984" cy="822446"/>
      </dsp:txXfrm>
    </dsp:sp>
    <dsp:sp modelId="{690C0398-7AB5-4662-90CE-B9767C7ED7CA}">
      <dsp:nvSpPr>
        <dsp:cNvPr id="0" name=""/>
        <dsp:cNvSpPr/>
      </dsp:nvSpPr>
      <dsp:spPr bwMode="auto">
        <a:xfrm>
          <a:off x="0" y="920762"/>
          <a:ext cx="8712968" cy="145521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76637" tIns="48260" rIns="270256" bIns="48260" numCol="1" spcCol="1270" anchor="t" anchorCtr="0">
          <a:noAutofit/>
        </a:bodyPr>
        <a:lstStyle/>
        <a:p>
          <a:pPr marL="285750" lvl="1" indent="-285750" algn="ctr" defTabSz="13335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3000" b="1"/>
            <a:t>Кпост = Чсп : ССЧ</a:t>
          </a:r>
          <a:endParaRPr lang="ru-RU" sz="3000" b="1"/>
        </a:p>
        <a:p>
          <a:pPr marL="285750" lvl="1" indent="-285750" algn="l" defTabSz="13335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3000"/>
            <a:t>где </a:t>
          </a:r>
          <a:r>
            <a:rPr lang="ru-RU" sz="3000"/>
            <a:t>Чсп</a:t>
          </a:r>
          <a:r>
            <a:rPr lang="ru-RU" sz="3000"/>
            <a:t> – численность работников, состоящих в списочном составе в течение года и более</a:t>
          </a:r>
          <a:endParaRPr lang="ru-RU" sz="3000"/>
        </a:p>
      </dsp:txBody>
      <dsp:txXfrm>
        <a:off x="0" y="920762"/>
        <a:ext cx="8712968" cy="1455210"/>
      </dsp:txXfrm>
    </dsp:sp>
    <dsp:sp modelId="{1C891ED0-DB1E-4207-A279-8E244DC19F8E}">
      <dsp:nvSpPr>
        <dsp:cNvPr id="0" name=""/>
        <dsp:cNvSpPr/>
      </dsp:nvSpPr>
      <dsp:spPr bwMode="auto">
        <a:xfrm>
          <a:off x="0" y="2375971"/>
          <a:ext cx="8712968" cy="911430"/>
        </a:xfrm>
        <a:prstGeom prst="roundRect">
          <a:avLst>
            <a:gd name="adj" fmla="val 1666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3800" b="1"/>
            <a:t>Коэффициент текучести кадров</a:t>
          </a:r>
          <a:endParaRPr lang="ru-RU" sz="3800" b="1"/>
        </a:p>
      </dsp:txBody>
      <dsp:txXfrm>
        <a:off x="44492" y="2420464"/>
        <a:ext cx="8623984" cy="822446"/>
      </dsp:txXfrm>
    </dsp:sp>
    <dsp:sp modelId="{B68D9D2D-26CD-4E25-9AC7-443367FA9A2D}">
      <dsp:nvSpPr>
        <dsp:cNvPr id="0" name=""/>
        <dsp:cNvSpPr/>
      </dsp:nvSpPr>
      <dsp:spPr bwMode="auto">
        <a:xfrm>
          <a:off x="0" y="3287402"/>
          <a:ext cx="8712968" cy="188784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76637" tIns="48260" rIns="270256" bIns="48260" numCol="1" spcCol="1270" anchor="t" anchorCtr="0">
          <a:noAutofit/>
        </a:bodyPr>
        <a:lstStyle/>
        <a:p>
          <a:pPr marL="285750" lvl="1" indent="-285750" algn="ctr" defTabSz="13335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3000" b="1"/>
            <a:t>Ктек = Чув  : ССЧ</a:t>
          </a:r>
          <a:endParaRPr lang="ru-RU" sz="3000" b="1"/>
        </a:p>
        <a:p>
          <a:pPr marL="285750" lvl="1" indent="-285750" algn="l" defTabSz="13335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3000"/>
            <a:t>где </a:t>
          </a:r>
          <a:r>
            <a:rPr lang="ru-RU" sz="3000"/>
            <a:t>Чув</a:t>
          </a:r>
          <a:r>
            <a:rPr lang="ru-RU" sz="3000"/>
            <a:t> – численность уволенных работников по собственному желанию и за нарушение трудовой дисциплины</a:t>
          </a:r>
          <a:endParaRPr lang="ru-RU" sz="3000"/>
        </a:p>
      </dsp:txBody>
      <dsp:txXfrm>
        <a:off x="0" y="3287402"/>
        <a:ext cx="8712968" cy="1887840"/>
      </dsp:txXfrm>
    </dsp:sp>
  </dsp:spTree>
</dsp:drawing>
</file>

<file path=ppt/diagrams/drawing9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664366572" name=""/>
      <dsp:cNvGrpSpPr/>
    </dsp:nvGrpSpPr>
    <dsp:grpSpPr bwMode="auto">
      <a:xfrm>
        <a:off x="0" y="0"/>
        <a:ext cx="8712968" cy="5112568"/>
        <a:chOff x="0" y="0"/>
        <a:chExt cx="8712968" cy="5112568"/>
      </a:xfrm>
    </dsp:grpSpPr>
    <dsp:sp modelId="{6F658D13-F477-4603-8645-251DA8AE7914}">
      <dsp:nvSpPr>
        <dsp:cNvPr id="0" name=""/>
        <dsp:cNvSpPr/>
      </dsp:nvSpPr>
      <dsp:spPr bwMode="auto">
        <a:xfrm rot="5400000">
          <a:off x="5274990" y="-2455520"/>
          <a:ext cx="974164" cy="5897856"/>
        </a:xfrm>
        <a:prstGeom prst="round2SameRect">
          <a:avLst>
            <a:gd name="adj1" fmla="val 16667"/>
            <a:gd name="adj2" fmla="val 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  <a:alpha val="90000"/>
          </a:schemeClr>
        </a:solidFill>
        <a:ln w="19050" cap="flat" cmpd="sng" algn="ctr">
          <a:solidFill>
            <a:schemeClr val="accent4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>
              <a:solidFill>
                <a:schemeClr val="tx1"/>
              </a:solidFill>
            </a:rPr>
            <a:t>его обособление, установление каждому работнику, их группам и подразделениям определенных обязанностей, функций, сферы действия</a:t>
          </a:r>
          <a:endParaRPr lang="ru-RU" sz="1800">
            <a:solidFill>
              <a:schemeClr val="tx1"/>
            </a:solidFill>
          </a:endParaRPr>
        </a:p>
      </dsp:txBody>
      <dsp:txXfrm rot="-5400000">
        <a:off x="2813144" y="53881"/>
        <a:ext cx="5850302" cy="879054"/>
      </dsp:txXfrm>
    </dsp:sp>
    <dsp:sp modelId="{F446ED82-E3D2-4A1F-B6AB-FAB2F388BE4F}">
      <dsp:nvSpPr>
        <dsp:cNvPr id="0" name=""/>
        <dsp:cNvSpPr/>
      </dsp:nvSpPr>
      <dsp:spPr bwMode="auto">
        <a:xfrm>
          <a:off x="1191" y="2246"/>
          <a:ext cx="2811952" cy="982322"/>
        </a:xfrm>
        <a:prstGeom prst="roundRect">
          <a:avLst>
            <a:gd name="adj" fmla="val 1666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>
              <a:solidFill>
                <a:schemeClr val="tx1"/>
              </a:solidFill>
            </a:rPr>
            <a:t>Разделение труда </a:t>
          </a:r>
          <a:endParaRPr lang="ru-RU" sz="2400" b="1">
            <a:solidFill>
              <a:schemeClr val="tx1"/>
            </a:solidFill>
          </a:endParaRPr>
        </a:p>
      </dsp:txBody>
      <dsp:txXfrm>
        <a:off x="49144" y="50199"/>
        <a:ext cx="2716045" cy="886416"/>
      </dsp:txXfrm>
    </dsp:sp>
    <dsp:sp modelId="{8084B302-0F95-4996-B9EF-AD7BBC8551ED}">
      <dsp:nvSpPr>
        <dsp:cNvPr id="0" name=""/>
        <dsp:cNvSpPr/>
      </dsp:nvSpPr>
      <dsp:spPr bwMode="auto">
        <a:xfrm rot="5400000">
          <a:off x="5309583" y="-1438217"/>
          <a:ext cx="872278" cy="5926127"/>
        </a:xfrm>
        <a:prstGeom prst="round2SameRect">
          <a:avLst>
            <a:gd name="adj1" fmla="val 16667"/>
            <a:gd name="adj2" fmla="val 0"/>
          </a:avLst>
        </a:prstGeom>
        <a:solidFill>
          <a:schemeClr val="accent4">
            <a:tint val="40000"/>
            <a:hueOff val="1925438"/>
            <a:satOff val="-9129"/>
            <a:lumOff val="-490"/>
            <a:alphaOff val="0"/>
            <a:alpha val="90000"/>
          </a:schemeClr>
        </a:solidFill>
        <a:ln w="19050" cap="flat" cmpd="sng" algn="ctr">
          <a:solidFill>
            <a:schemeClr val="accent4">
              <a:tint val="40000"/>
              <a:hueOff val="1925438"/>
              <a:satOff val="-9129"/>
              <a:lumOff val="-49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>
              <a:solidFill>
                <a:schemeClr val="tx1"/>
              </a:solidFill>
            </a:rPr>
            <a:t>установление системы производственной взаимосвязи и взаимодействия между работниками, их группами и подразделениями</a:t>
          </a:r>
          <a:endParaRPr lang="ru-RU" sz="1800">
            <a:solidFill>
              <a:schemeClr val="tx1"/>
            </a:solidFill>
          </a:endParaRPr>
        </a:p>
      </dsp:txBody>
      <dsp:txXfrm rot="-5400000">
        <a:off x="2782659" y="1131288"/>
        <a:ext cx="5883546" cy="787116"/>
      </dsp:txXfrm>
    </dsp:sp>
    <dsp:sp modelId="{A75E6C9A-E4E0-4267-8F7A-3FC690C3E796}">
      <dsp:nvSpPr>
        <dsp:cNvPr id="0" name=""/>
        <dsp:cNvSpPr/>
      </dsp:nvSpPr>
      <dsp:spPr bwMode="auto">
        <a:xfrm>
          <a:off x="1191" y="1033684"/>
          <a:ext cx="2781467" cy="982322"/>
        </a:xfrm>
        <a:prstGeom prst="roundRect">
          <a:avLst>
            <a:gd name="adj" fmla="val 16667"/>
          </a:avLst>
        </a:prstGeom>
        <a:solidFill>
          <a:schemeClr val="accent4">
            <a:hueOff val="1871245"/>
            <a:satOff val="-10347"/>
            <a:lumOff val="-8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>
              <a:solidFill>
                <a:schemeClr val="tx1"/>
              </a:solidFill>
            </a:rPr>
            <a:t>Кооперация труда</a:t>
          </a:r>
          <a:endParaRPr lang="ru-RU" sz="2400" b="1">
            <a:solidFill>
              <a:schemeClr val="tx1"/>
            </a:solidFill>
          </a:endParaRPr>
        </a:p>
      </dsp:txBody>
      <dsp:txXfrm>
        <a:off x="49144" y="1081637"/>
        <a:ext cx="2685561" cy="886416"/>
      </dsp:txXfrm>
    </dsp:sp>
    <dsp:sp modelId="{3E93997C-737B-4780-BCBA-355EC5B630A6}">
      <dsp:nvSpPr>
        <dsp:cNvPr id="0" name=""/>
        <dsp:cNvSpPr/>
      </dsp:nvSpPr>
      <dsp:spPr bwMode="auto">
        <a:xfrm rot="5400000">
          <a:off x="5369532" y="-390869"/>
          <a:ext cx="785857" cy="5894307"/>
        </a:xfrm>
        <a:prstGeom prst="round2SameRect">
          <a:avLst>
            <a:gd name="adj1" fmla="val 16667"/>
            <a:gd name="adj2" fmla="val 0"/>
          </a:avLst>
        </a:prstGeom>
        <a:solidFill>
          <a:schemeClr val="accent4">
            <a:tint val="40000"/>
            <a:hueOff val="3850876"/>
            <a:satOff val="-18259"/>
            <a:lumOff val="-979"/>
            <a:alphaOff val="0"/>
            <a:alpha val="90000"/>
          </a:schemeClr>
        </a:solidFill>
        <a:ln w="19050" cap="flat" cmpd="sng" algn="ctr">
          <a:solidFill>
            <a:schemeClr val="accent4">
              <a:tint val="40000"/>
              <a:hueOff val="3850876"/>
              <a:satOff val="-18259"/>
              <a:lumOff val="-979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>
              <a:solidFill>
                <a:schemeClr val="tx1"/>
              </a:solidFill>
            </a:rPr>
            <a:t>рациональное устройство рабочего места за счет соответствующего оснащения и планировки </a:t>
          </a:r>
          <a:endParaRPr lang="ru-RU" sz="1800">
            <a:solidFill>
              <a:schemeClr val="tx1"/>
            </a:solidFill>
          </a:endParaRPr>
        </a:p>
      </dsp:txBody>
      <dsp:txXfrm rot="-5400000">
        <a:off x="2815307" y="2201718"/>
        <a:ext cx="5855945" cy="709133"/>
      </dsp:txXfrm>
    </dsp:sp>
    <dsp:sp modelId="{A7A6871A-5569-40DA-9C14-1D63081EF671}">
      <dsp:nvSpPr>
        <dsp:cNvPr id="0" name=""/>
        <dsp:cNvSpPr/>
      </dsp:nvSpPr>
      <dsp:spPr bwMode="auto">
        <a:xfrm>
          <a:off x="1191" y="2065122"/>
          <a:ext cx="2814116" cy="982322"/>
        </a:xfrm>
        <a:prstGeom prst="roundRect">
          <a:avLst>
            <a:gd name="adj" fmla="val 16667"/>
          </a:avLst>
        </a:prstGeom>
        <a:solidFill>
          <a:schemeClr val="accent4">
            <a:hueOff val="3742489"/>
            <a:satOff val="-20694"/>
            <a:lumOff val="-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>
              <a:solidFill>
                <a:schemeClr val="tx1"/>
              </a:solidFill>
            </a:rPr>
            <a:t>Организация рабочего места</a:t>
          </a:r>
          <a:endParaRPr lang="ru-RU" sz="2400" b="1">
            <a:solidFill>
              <a:schemeClr val="tx1"/>
            </a:solidFill>
          </a:endParaRPr>
        </a:p>
      </dsp:txBody>
      <dsp:txXfrm>
        <a:off x="49144" y="2113075"/>
        <a:ext cx="2718210" cy="886416"/>
      </dsp:txXfrm>
    </dsp:sp>
    <dsp:sp modelId="{DF527E20-047F-4459-A512-26EF6A2C2B42}">
      <dsp:nvSpPr>
        <dsp:cNvPr id="0" name=""/>
        <dsp:cNvSpPr/>
      </dsp:nvSpPr>
      <dsp:spPr bwMode="auto">
        <a:xfrm rot="5400000">
          <a:off x="5287088" y="640607"/>
          <a:ext cx="955147" cy="5894228"/>
        </a:xfrm>
        <a:prstGeom prst="round2SameRect">
          <a:avLst>
            <a:gd name="adj1" fmla="val 16667"/>
            <a:gd name="adj2" fmla="val 0"/>
          </a:avLst>
        </a:prstGeom>
        <a:solidFill>
          <a:schemeClr val="accent4">
            <a:tint val="40000"/>
            <a:hueOff val="5776315"/>
            <a:satOff val="-27388"/>
            <a:lumOff val="-1469"/>
            <a:alphaOff val="0"/>
            <a:alpha val="90000"/>
          </a:schemeClr>
        </a:solidFill>
        <a:ln w="19050" cap="flat" cmpd="sng" algn="ctr">
          <a:solidFill>
            <a:schemeClr val="accent4">
              <a:tint val="40000"/>
              <a:hueOff val="5776315"/>
              <a:satOff val="-27388"/>
              <a:lumOff val="-1469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>
              <a:solidFill>
                <a:schemeClr val="tx1"/>
              </a:solidFill>
            </a:rPr>
            <a:t>кооперация труда между основными работниками и работниками вспомогательных служб и подразделений</a:t>
          </a:r>
          <a:endParaRPr lang="ru-RU" sz="1800">
            <a:solidFill>
              <a:schemeClr val="tx1"/>
            </a:solidFill>
          </a:endParaRPr>
        </a:p>
      </dsp:txBody>
      <dsp:txXfrm rot="-5400000">
        <a:off x="2817548" y="3156773"/>
        <a:ext cx="5847602" cy="861895"/>
      </dsp:txXfrm>
    </dsp:sp>
    <dsp:sp modelId="{6A54522A-1405-4432-AFBA-31EE167EA58D}">
      <dsp:nvSpPr>
        <dsp:cNvPr id="0" name=""/>
        <dsp:cNvSpPr/>
      </dsp:nvSpPr>
      <dsp:spPr bwMode="auto">
        <a:xfrm>
          <a:off x="1191" y="3096561"/>
          <a:ext cx="2816357" cy="982322"/>
        </a:xfrm>
        <a:prstGeom prst="roundRect">
          <a:avLst>
            <a:gd name="adj" fmla="val 16667"/>
          </a:avLst>
        </a:prstGeom>
        <a:solidFill>
          <a:schemeClr val="accent4">
            <a:hueOff val="5613734"/>
            <a:satOff val="-31040"/>
            <a:lumOff val="-26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>
              <a:solidFill>
                <a:schemeClr val="tx1"/>
              </a:solidFill>
            </a:rPr>
            <a:t>Организация обслуживания рабочего места </a:t>
          </a:r>
          <a:endParaRPr lang="ru-RU" sz="2400" b="1">
            <a:solidFill>
              <a:schemeClr val="tx1"/>
            </a:solidFill>
          </a:endParaRPr>
        </a:p>
      </dsp:txBody>
      <dsp:txXfrm>
        <a:off x="49144" y="3144514"/>
        <a:ext cx="2720451" cy="886416"/>
      </dsp:txXfrm>
    </dsp:sp>
    <dsp:sp modelId="{08B6A5A4-404C-4101-9DD6-B4A98D74DFBF}">
      <dsp:nvSpPr>
        <dsp:cNvPr id="0" name=""/>
        <dsp:cNvSpPr/>
      </dsp:nvSpPr>
      <dsp:spPr bwMode="auto">
        <a:xfrm rot="5400000">
          <a:off x="5350638" y="1716473"/>
          <a:ext cx="785857" cy="5805373"/>
        </a:xfrm>
        <a:prstGeom prst="round2SameRect">
          <a:avLst>
            <a:gd name="adj1" fmla="val 16667"/>
            <a:gd name="adj2" fmla="val 0"/>
          </a:avLst>
        </a:prstGeom>
        <a:solidFill>
          <a:schemeClr val="accent4">
            <a:tint val="40000"/>
            <a:hueOff val="7701753"/>
            <a:satOff val="-36518"/>
            <a:lumOff val="-1959"/>
            <a:alphaOff val="0"/>
            <a:alpha val="90000"/>
          </a:schemeClr>
        </a:solidFill>
        <a:ln w="19050" cap="flat" cmpd="sng" algn="ctr">
          <a:solidFill>
            <a:schemeClr val="accent4">
              <a:tint val="40000"/>
              <a:hueOff val="7701753"/>
              <a:satOff val="-36518"/>
              <a:lumOff val="-1959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>
              <a:solidFill>
                <a:schemeClr val="tx1"/>
              </a:solidFill>
            </a:rPr>
            <a:t>способы выполнения работы,  </a:t>
          </a:r>
          <a:r>
            <a:rPr lang="ru-RU" sz="1800"/>
            <a:t>характеризующиеся наименьшими затратами времени, физическими и психическими усилиями и затратами энергии</a:t>
          </a:r>
          <a:r>
            <a:rPr lang="ru-RU" sz="1800">
              <a:solidFill>
                <a:schemeClr val="tx1"/>
              </a:solidFill>
            </a:rPr>
            <a:t>   </a:t>
          </a:r>
          <a:endParaRPr lang="ru-RU" sz="1800">
            <a:solidFill>
              <a:schemeClr val="tx1"/>
            </a:solidFill>
          </a:endParaRPr>
        </a:p>
      </dsp:txBody>
      <dsp:txXfrm rot="-5400000">
        <a:off x="2840880" y="4264593"/>
        <a:ext cx="5767011" cy="709133"/>
      </dsp:txXfrm>
    </dsp:sp>
    <dsp:sp modelId="{BB4AF4D3-DF16-4CAB-BEF4-EB58F4C40050}">
      <dsp:nvSpPr>
        <dsp:cNvPr id="0" name=""/>
        <dsp:cNvSpPr/>
      </dsp:nvSpPr>
      <dsp:spPr bwMode="auto">
        <a:xfrm>
          <a:off x="1191" y="4127999"/>
          <a:ext cx="2839687" cy="982322"/>
        </a:xfrm>
        <a:prstGeom prst="roundRect">
          <a:avLst>
            <a:gd name="adj" fmla="val 16667"/>
          </a:avLst>
        </a:prstGeom>
        <a:solidFill>
          <a:schemeClr val="accent4">
            <a:hueOff val="7484979"/>
            <a:satOff val="-41387"/>
            <a:lumOff val="-35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>
              <a:solidFill>
                <a:schemeClr val="tx1"/>
              </a:solidFill>
            </a:rPr>
            <a:t>Рациональные приемы и методы труда</a:t>
          </a:r>
          <a:endParaRPr lang="ru-RU" sz="2400" b="1">
            <a:solidFill>
              <a:schemeClr val="tx1"/>
            </a:solidFill>
          </a:endParaRPr>
        </a:p>
      </dsp:txBody>
      <dsp:txXfrm>
        <a:off x="49144" y="4175952"/>
        <a:ext cx="2743782" cy="886416"/>
      </dsp:txXfrm>
    </dsp:sp>
  </dsp:spTree>
</dsp:drawing>
</file>

<file path=ppt/diagrams/drawing10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57238417" name=""/>
      <dsp:cNvGrpSpPr/>
    </dsp:nvGrpSpPr>
    <dsp:grpSpPr bwMode="auto">
      <a:xfrm>
        <a:off x="0" y="0"/>
        <a:ext cx="8712968" cy="5112568"/>
        <a:chOff x="0" y="0"/>
        <a:chExt cx="8712968" cy="5112568"/>
      </a:xfrm>
    </dsp:grpSpPr>
    <dsp:sp modelId="{6F658D13-F477-4603-8645-251DA8AE7914}">
      <dsp:nvSpPr>
        <dsp:cNvPr id="0" name=""/>
        <dsp:cNvSpPr/>
      </dsp:nvSpPr>
      <dsp:spPr bwMode="auto">
        <a:xfrm rot="5400000">
          <a:off x="5227860" y="-2331014"/>
          <a:ext cx="1068424" cy="5897856"/>
        </a:xfrm>
        <a:prstGeom prst="round2SameRect">
          <a:avLst>
            <a:gd name="adj1" fmla="val 16667"/>
            <a:gd name="adj2" fmla="val 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  <a:alpha val="90000"/>
          </a:schemeClr>
        </a:solidFill>
        <a:ln w="19050" cap="flat" cmpd="sng" algn="ctr">
          <a:solidFill>
            <a:schemeClr val="accent2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 b="0">
              <a:solidFill>
                <a:schemeClr val="tx1"/>
              </a:solidFill>
            </a:rPr>
            <a:t>продолжительность рабочего времени, необходимого для изготовления единицы продукции или выполнения определенного объема работ</a:t>
          </a:r>
          <a:endParaRPr lang="ru-RU" sz="1800">
            <a:solidFill>
              <a:schemeClr val="tx1"/>
            </a:solidFill>
          </a:endParaRPr>
        </a:p>
      </dsp:txBody>
      <dsp:txXfrm rot="-5400000">
        <a:off x="2813144" y="135858"/>
        <a:ext cx="5845701" cy="964112"/>
      </dsp:txXfrm>
    </dsp:sp>
    <dsp:sp modelId="{F446ED82-E3D2-4A1F-B6AB-FAB2F388BE4F}">
      <dsp:nvSpPr>
        <dsp:cNvPr id="0" name=""/>
        <dsp:cNvSpPr/>
      </dsp:nvSpPr>
      <dsp:spPr bwMode="auto">
        <a:xfrm>
          <a:off x="3" y="0"/>
          <a:ext cx="2811952" cy="1230710"/>
        </a:xfrm>
        <a:prstGeom prst="roundRect">
          <a:avLst>
            <a:gd name="adj" fmla="val 1666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 i="0">
              <a:solidFill>
                <a:schemeClr val="tx1"/>
              </a:solidFill>
            </a:rPr>
            <a:t>Норма времени</a:t>
          </a:r>
          <a:endParaRPr lang="ru-RU" sz="2400" b="1" i="0">
            <a:solidFill>
              <a:schemeClr val="tx1"/>
            </a:solidFill>
          </a:endParaRPr>
        </a:p>
      </dsp:txBody>
      <dsp:txXfrm>
        <a:off x="60081" y="60078"/>
        <a:ext cx="2691796" cy="1110554"/>
      </dsp:txXfrm>
    </dsp:sp>
    <dsp:sp modelId="{8084B302-0F95-4996-B9EF-AD7BBC8551ED}">
      <dsp:nvSpPr>
        <dsp:cNvPr id="0" name=""/>
        <dsp:cNvSpPr/>
      </dsp:nvSpPr>
      <dsp:spPr bwMode="auto">
        <a:xfrm rot="5400000">
          <a:off x="5199301" y="-1052903"/>
          <a:ext cx="1092841" cy="5926127"/>
        </a:xfrm>
        <a:prstGeom prst="round2SameRect">
          <a:avLst>
            <a:gd name="adj1" fmla="val 16667"/>
            <a:gd name="adj2" fmla="val 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  <a:alpha val="90000"/>
          </a:schemeClr>
        </a:solidFill>
        <a:ln w="19050" cap="flat" cmpd="sng" algn="ctr">
          <a:solidFill>
            <a:schemeClr val="accent3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 b="0">
              <a:solidFill>
                <a:schemeClr val="tx1"/>
              </a:solidFill>
            </a:rPr>
            <a:t>определяет количество единиц продукции, которое должно быть изготовлено одним работником (бригадой) за определенное время</a:t>
          </a:r>
          <a:endParaRPr lang="ru-RU" sz="1800">
            <a:solidFill>
              <a:schemeClr val="tx1"/>
            </a:solidFill>
          </a:endParaRPr>
        </a:p>
      </dsp:txBody>
      <dsp:txXfrm rot="-5400000">
        <a:off x="2782658" y="1417088"/>
        <a:ext cx="5872779" cy="986145"/>
      </dsp:txXfrm>
    </dsp:sp>
    <dsp:sp modelId="{A75E6C9A-E4E0-4267-8F7A-3FC690C3E796}">
      <dsp:nvSpPr>
        <dsp:cNvPr id="0" name=""/>
        <dsp:cNvSpPr/>
      </dsp:nvSpPr>
      <dsp:spPr bwMode="auto">
        <a:xfrm>
          <a:off x="1191" y="1294805"/>
          <a:ext cx="2781467" cy="1230710"/>
        </a:xfrm>
        <a:prstGeom prst="roundRect">
          <a:avLst>
            <a:gd name="adj" fmla="val 1666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 i="0">
              <a:solidFill>
                <a:schemeClr val="tx1"/>
              </a:solidFill>
            </a:rPr>
            <a:t>Норма выработки</a:t>
          </a:r>
          <a:endParaRPr lang="ru-RU" sz="2400" b="1">
            <a:solidFill>
              <a:schemeClr val="tx1"/>
            </a:solidFill>
          </a:endParaRPr>
        </a:p>
      </dsp:txBody>
      <dsp:txXfrm>
        <a:off x="61269" y="1354883"/>
        <a:ext cx="2661311" cy="1110554"/>
      </dsp:txXfrm>
    </dsp:sp>
    <dsp:sp modelId="{3E93997C-737B-4780-BCBA-355EC5B630A6}">
      <dsp:nvSpPr>
        <dsp:cNvPr id="0" name=""/>
        <dsp:cNvSpPr/>
      </dsp:nvSpPr>
      <dsp:spPr bwMode="auto">
        <a:xfrm rot="5400000">
          <a:off x="5270176" y="255253"/>
          <a:ext cx="984568" cy="5894307"/>
        </a:xfrm>
        <a:prstGeom prst="round2SameRect">
          <a:avLst>
            <a:gd name="adj1" fmla="val 16667"/>
            <a:gd name="adj2" fmla="val 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  <a:alpha val="90000"/>
          </a:schemeClr>
        </a:solidFill>
        <a:ln w="19050" cap="flat" cmpd="sng" algn="ctr">
          <a:solidFill>
            <a:schemeClr val="accent4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 b="0">
              <a:solidFill>
                <a:schemeClr val="tx1"/>
              </a:solidFill>
            </a:rPr>
            <a:t>количество производственных объектов (рабочих мест, единиц оборудования), которые работник соответствующей квалификации должен обслужить в течение единицы рабочего времени</a:t>
          </a:r>
          <a:endParaRPr lang="ru-RU" sz="1800">
            <a:solidFill>
              <a:schemeClr val="tx1"/>
            </a:solidFill>
          </a:endParaRPr>
        </a:p>
      </dsp:txBody>
      <dsp:txXfrm rot="-5400000">
        <a:off x="2815307" y="2758186"/>
        <a:ext cx="5846244" cy="888442"/>
      </dsp:txXfrm>
    </dsp:sp>
    <dsp:sp modelId="{A7A6871A-5569-40DA-9C14-1D63081EF671}">
      <dsp:nvSpPr>
        <dsp:cNvPr id="0" name=""/>
        <dsp:cNvSpPr/>
      </dsp:nvSpPr>
      <dsp:spPr bwMode="auto">
        <a:xfrm>
          <a:off x="1191" y="2587050"/>
          <a:ext cx="2814116" cy="1230710"/>
        </a:xfrm>
        <a:prstGeom prst="roundRect">
          <a:avLst>
            <a:gd name="adj" fmla="val 1666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 i="0">
              <a:solidFill>
                <a:schemeClr val="tx1"/>
              </a:solidFill>
            </a:rPr>
            <a:t>Норма обслуживания</a:t>
          </a:r>
          <a:endParaRPr/>
        </a:p>
      </dsp:txBody>
      <dsp:txXfrm>
        <a:off x="61269" y="2647129"/>
        <a:ext cx="2693960" cy="1110554"/>
      </dsp:txXfrm>
    </dsp:sp>
    <dsp:sp modelId="{DF527E20-047F-4459-A512-26EF6A2C2B42}">
      <dsp:nvSpPr>
        <dsp:cNvPr id="0" name=""/>
        <dsp:cNvSpPr/>
      </dsp:nvSpPr>
      <dsp:spPr bwMode="auto">
        <a:xfrm rot="5400000">
          <a:off x="5166330" y="1547538"/>
          <a:ext cx="1196664" cy="5894228"/>
        </a:xfrm>
        <a:prstGeom prst="round2SameRect">
          <a:avLst>
            <a:gd name="adj1" fmla="val 16667"/>
            <a:gd name="adj2" fmla="val 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  <a:alpha val="90000"/>
          </a:schemeClr>
        </a:solidFill>
        <a:ln w="19050" cap="flat" cmpd="sng" algn="ctr">
          <a:solidFill>
            <a:schemeClr val="accent5">
              <a:tint val="40000"/>
              <a:hueOff val="0"/>
              <a:satOff val="0"/>
              <a:lumOff val="0"/>
              <a:alphaOff val="0"/>
              <a:alpha val="9000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 b="0">
              <a:solidFill>
                <a:schemeClr val="tx1"/>
              </a:solidFill>
            </a:rPr>
            <a:t>определяет количество работников, которые должны быть непосредственно подчинены одному руководителю</a:t>
          </a:r>
          <a:endParaRPr lang="ru-RU" sz="1800">
            <a:solidFill>
              <a:schemeClr val="tx1"/>
            </a:solidFill>
          </a:endParaRPr>
        </a:p>
      </dsp:txBody>
      <dsp:txXfrm rot="-5400000">
        <a:off x="2817548" y="3954737"/>
        <a:ext cx="5835812" cy="1079832"/>
      </dsp:txXfrm>
    </dsp:sp>
    <dsp:sp modelId="{6A54522A-1405-4432-AFBA-31EE167EA58D}">
      <dsp:nvSpPr>
        <dsp:cNvPr id="0" name=""/>
        <dsp:cNvSpPr/>
      </dsp:nvSpPr>
      <dsp:spPr bwMode="auto">
        <a:xfrm>
          <a:off x="1191" y="3879298"/>
          <a:ext cx="2816357" cy="1230710"/>
        </a:xfrm>
        <a:prstGeom prst="roundRect">
          <a:avLst>
            <a:gd name="adj" fmla="val 1666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400" b="1" i="0">
              <a:solidFill>
                <a:schemeClr val="tx1"/>
              </a:solidFill>
            </a:rPr>
            <a:t>Норма управляемости</a:t>
          </a:r>
          <a:endParaRPr lang="ru-RU" sz="2400" b="1">
            <a:solidFill>
              <a:schemeClr val="tx1"/>
            </a:solidFill>
          </a:endParaRPr>
        </a:p>
      </dsp:txBody>
      <dsp:txXfrm>
        <a:off x="61269" y="3939376"/>
        <a:ext cx="2696201" cy="1110554"/>
      </dsp:txXfrm>
    </dsp:sp>
  </dsp:spTree>
</dsp:drawing>
</file>

<file path=ppt/diagrams/drawing1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906629750" name=""/>
      <dsp:cNvGrpSpPr/>
    </dsp:nvGrpSpPr>
    <dsp:grpSpPr bwMode="auto">
      <a:xfrm>
        <a:off x="0" y="0"/>
        <a:ext cx="9144000" cy="5301208"/>
        <a:chOff x="0" y="0"/>
        <a:chExt cx="9144000" cy="5301208"/>
      </a:xfrm>
    </dsp:grpSpPr>
    <dsp:sp modelId="{8D31AA6B-722A-470C-9CB5-8696CB485107}">
      <dsp:nvSpPr>
        <dsp:cNvPr id="0" name=""/>
        <dsp:cNvSpPr/>
      </dsp:nvSpPr>
      <dsp:spPr bwMode="auto">
        <a:xfrm rot="16199999">
          <a:off x="-1566791" y="1568995"/>
          <a:ext cx="5301208" cy="2163216"/>
        </a:xfrm>
        <a:prstGeom prst="flowChartManualOperati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8900" tIns="0" rIns="91095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400"/>
            <a:t>Нормативная трудоемкость рассчитывается на основе установленных норм затрат часов на выполнение определенных операций. Эти нормы разрабатываются и утверждаются на уровне организации или отрасли. Такой вид используется при планировании и составлении производственных графиков. </a:t>
          </a:r>
          <a:endParaRPr lang="ru-RU" sz="1400"/>
        </a:p>
      </dsp:txBody>
      <dsp:txXfrm rot="5400000">
        <a:off x="2205" y="1060241"/>
        <a:ext cx="2163216" cy="3180724"/>
      </dsp:txXfrm>
    </dsp:sp>
    <dsp:sp modelId="{905BC30B-42F5-4066-BEBE-FD4458F5FCF7}">
      <dsp:nvSpPr>
        <dsp:cNvPr id="0" name=""/>
        <dsp:cNvSpPr/>
      </dsp:nvSpPr>
      <dsp:spPr bwMode="auto">
        <a:xfrm rot="16199999">
          <a:off x="758666" y="1568995"/>
          <a:ext cx="5301208" cy="2163216"/>
        </a:xfrm>
        <a:prstGeom prst="flowChartManualOperation">
          <a:avLst/>
        </a:prstGeom>
        <a:solidFill>
          <a:schemeClr val="accent5">
            <a:hueOff val="-3327248"/>
            <a:satOff val="-5151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8900" tIns="0" rIns="91095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400"/>
            <a:t>Плановая основывается на нормативной, но с учетом предполагаемой производственной ситуации, объёмов заказов, загрузки оборудования и других факторов. Используется при формировании смет и бюджета на выполнение работ. </a:t>
          </a:r>
          <a:endParaRPr lang="ru-RU" sz="1400"/>
        </a:p>
      </dsp:txBody>
      <dsp:txXfrm rot="5400000">
        <a:off x="2327662" y="1060241"/>
        <a:ext cx="2163216" cy="3180724"/>
      </dsp:txXfrm>
    </dsp:sp>
    <dsp:sp modelId="{D3EB80F2-3297-472F-84DA-6F32D565A256}">
      <dsp:nvSpPr>
        <dsp:cNvPr id="0" name=""/>
        <dsp:cNvSpPr/>
      </dsp:nvSpPr>
      <dsp:spPr bwMode="auto">
        <a:xfrm rot="16199999">
          <a:off x="3084125" y="1568995"/>
          <a:ext cx="5301208" cy="2163216"/>
        </a:xfrm>
        <a:prstGeom prst="flowChartManualOperation">
          <a:avLst/>
        </a:prstGeom>
        <a:solidFill>
          <a:schemeClr val="accent5">
            <a:hueOff val="-6654497"/>
            <a:satOff val="-10303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8900" tIns="0" rIns="91095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400"/>
            <a:t>Фактическая отражает реальные затраты рабочего времени. Она может отличаться от плановой или нормативной в силу технических сбоев, ошибок в управлении или отклонений в процессе выполнения работ. </a:t>
          </a:r>
          <a:endParaRPr lang="ru-RU" sz="1400"/>
        </a:p>
      </dsp:txBody>
      <dsp:txXfrm rot="5400000">
        <a:off x="4653121" y="1060241"/>
        <a:ext cx="2163216" cy="3180724"/>
      </dsp:txXfrm>
    </dsp:sp>
    <dsp:sp modelId="{DA8BBCF5-7F9F-433A-8F0C-30963F82FA4D}">
      <dsp:nvSpPr>
        <dsp:cNvPr id="0" name=""/>
        <dsp:cNvSpPr/>
      </dsp:nvSpPr>
      <dsp:spPr bwMode="auto">
        <a:xfrm rot="16199999">
          <a:off x="5409583" y="1568995"/>
          <a:ext cx="5301208" cy="2163216"/>
        </a:xfrm>
        <a:prstGeom prst="flowChartManualOperation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="horz" wrap="square" lIns="88900" tIns="0" rIns="91095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1400"/>
            <a:t>Удельная показывает затраты труда на единицу продукции или услуги. Этот показатель часто используют при сравнительном анализе производительности или для оптимизации процессов. Например, сколько человеко-часов уходит на производство одной детали.</a:t>
          </a:r>
          <a:endParaRPr lang="ru-RU" sz="1400"/>
        </a:p>
      </dsp:txBody>
      <dsp:txXfrm rot="5400000">
        <a:off x="6978579" y="1060241"/>
        <a:ext cx="2163216" cy="3180724"/>
      </dsp:txXfrm>
    </dsp:sp>
  </dsp:spTree>
</dsp:drawing>
</file>

<file path=ppt/diagrams/drawing12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361037398" name=""/>
      <dsp:cNvGrpSpPr/>
    </dsp:nvGrpSpPr>
    <dsp:grpSpPr bwMode="auto">
      <a:xfrm>
        <a:off x="0" y="0"/>
        <a:ext cx="9144000" cy="5301208"/>
        <a:chOff x="0" y="0"/>
        <a:chExt cx="9144000" cy="5301208"/>
      </a:xfrm>
    </dsp:grpSpPr>
    <dsp:sp modelId="{A91D5074-1CFE-4240-9E30-E8AB2B309925}">
      <dsp:nvSpPr>
        <dsp:cNvPr id="0" name=""/>
        <dsp:cNvSpPr/>
      </dsp:nvSpPr>
      <dsp:spPr bwMode="auto">
        <a:xfrm>
          <a:off x="0" y="647"/>
          <a:ext cx="91440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80787957-9DC1-4441-A790-4EFF569664BA}">
      <dsp:nvSpPr>
        <dsp:cNvPr id="0" name=""/>
        <dsp:cNvSpPr/>
      </dsp:nvSpPr>
      <dsp:spPr bwMode="auto">
        <a:xfrm>
          <a:off x="0" y="647"/>
          <a:ext cx="9144000" cy="105998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100" b="1" i="0"/>
            <a:t>Технологическая</a:t>
          </a:r>
          <a:r>
            <a:rPr lang="ru-RU" sz="2100" b="0" i="0"/>
            <a:t> — это время, которое сотрудники тратят непосредственно на выполнение основной работы: изготовление продукции, оказание услуги или реализацию проекта. </a:t>
          </a:r>
          <a:endParaRPr lang="ru-RU" sz="2100" b="0" i="0"/>
        </a:p>
      </dsp:txBody>
      <dsp:txXfrm>
        <a:off x="0" y="647"/>
        <a:ext cx="9144000" cy="1059982"/>
      </dsp:txXfrm>
    </dsp:sp>
    <dsp:sp modelId="{E8760008-4FC3-43FE-B792-D04E45CD2F6B}">
      <dsp:nvSpPr>
        <dsp:cNvPr id="0" name=""/>
        <dsp:cNvSpPr/>
      </dsp:nvSpPr>
      <dsp:spPr bwMode="auto">
        <a:xfrm>
          <a:off x="0" y="1060629"/>
          <a:ext cx="91440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66F076B2-365F-4FBE-893C-36363D5C75AB}">
      <dsp:nvSpPr>
        <dsp:cNvPr id="0" name=""/>
        <dsp:cNvSpPr/>
      </dsp:nvSpPr>
      <dsp:spPr bwMode="auto">
        <a:xfrm>
          <a:off x="0" y="1060629"/>
          <a:ext cx="9144000" cy="105998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100" b="1" i="0"/>
            <a:t>Сервисная</a:t>
          </a:r>
          <a:r>
            <a:rPr lang="ru-RU" sz="2100" b="0" i="0"/>
            <a:t> — это время на вспомогательные задачи, без которых основная работа невозможна. </a:t>
          </a:r>
          <a:endParaRPr lang="ru-RU" sz="2100" b="0" i="0"/>
        </a:p>
      </dsp:txBody>
      <dsp:txXfrm>
        <a:off x="0" y="1060629"/>
        <a:ext cx="9144000" cy="1059982"/>
      </dsp:txXfrm>
    </dsp:sp>
    <dsp:sp modelId="{C00A2892-2C46-487D-94F6-0A103F9BA820}">
      <dsp:nvSpPr>
        <dsp:cNvPr id="0" name=""/>
        <dsp:cNvSpPr/>
      </dsp:nvSpPr>
      <dsp:spPr bwMode="auto">
        <a:xfrm>
          <a:off x="0" y="2120612"/>
          <a:ext cx="91440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34D2977A-527F-45EA-B1E3-8763E90720D3}">
      <dsp:nvSpPr>
        <dsp:cNvPr id="0" name=""/>
        <dsp:cNvSpPr/>
      </dsp:nvSpPr>
      <dsp:spPr bwMode="auto">
        <a:xfrm>
          <a:off x="0" y="2120612"/>
          <a:ext cx="9144000" cy="105998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100" b="1" i="0"/>
            <a:t>Производственная</a:t>
          </a:r>
          <a:r>
            <a:rPr lang="ru-RU" sz="2100" b="0" i="0"/>
            <a:t> — общее время, затраченное на производство, с учетом как основной работы, так и вспомогательных процессов. Это сумма технологической и сервисной трудоемкости. </a:t>
          </a:r>
          <a:endParaRPr lang="ru-RU" sz="2100" b="0" i="0"/>
        </a:p>
      </dsp:txBody>
      <dsp:txXfrm>
        <a:off x="0" y="2120612"/>
        <a:ext cx="9144000" cy="1059982"/>
      </dsp:txXfrm>
    </dsp:sp>
    <dsp:sp modelId="{A3807ED2-0F80-4709-B275-E097F97CB012}">
      <dsp:nvSpPr>
        <dsp:cNvPr id="0" name=""/>
        <dsp:cNvSpPr/>
      </dsp:nvSpPr>
      <dsp:spPr bwMode="auto">
        <a:xfrm>
          <a:off x="0" y="3180595"/>
          <a:ext cx="91440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739C07FF-1B40-476D-82A3-37FFBA8F3F22}">
      <dsp:nvSpPr>
        <dsp:cNvPr id="0" name=""/>
        <dsp:cNvSpPr/>
      </dsp:nvSpPr>
      <dsp:spPr bwMode="auto">
        <a:xfrm>
          <a:off x="0" y="3180595"/>
          <a:ext cx="9144000" cy="105998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100" b="1" i="0"/>
            <a:t>Управленческая </a:t>
          </a:r>
          <a:r>
            <a:rPr lang="ru-RU" sz="2100" b="0" i="0"/>
            <a:t>— это время, которое тратят руководители и менеджеры. В него входят планирование, организация работы команды, контроль, обучение, внедрение улучшений. </a:t>
          </a:r>
          <a:endParaRPr lang="ru-RU" sz="2100" b="0" i="0"/>
        </a:p>
      </dsp:txBody>
      <dsp:txXfrm>
        <a:off x="0" y="3180595"/>
        <a:ext cx="9144000" cy="1059982"/>
      </dsp:txXfrm>
    </dsp:sp>
    <dsp:sp modelId="{5E6BD6AB-F396-48FB-91A3-E0A50D9D26C0}">
      <dsp:nvSpPr>
        <dsp:cNvPr id="0" name=""/>
        <dsp:cNvSpPr/>
      </dsp:nvSpPr>
      <dsp:spPr bwMode="auto">
        <a:xfrm>
          <a:off x="0" y="4240578"/>
          <a:ext cx="91440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DFB94E94-8513-420C-8B17-BBA0C0730FCA}">
      <dsp:nvSpPr>
        <dsp:cNvPr id="0" name=""/>
        <dsp:cNvSpPr/>
      </dsp:nvSpPr>
      <dsp:spPr bwMode="auto">
        <a:xfrm>
          <a:off x="0" y="4240578"/>
          <a:ext cx="9144000" cy="105998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100" b="1" i="0"/>
            <a:t>Полная</a:t>
          </a:r>
          <a:r>
            <a:rPr lang="ru-RU" sz="2100" b="0" i="0"/>
            <a:t> — это всё рабочее время, которое понадобилось всем сотрудникам компании, чтобы выпустить продукцию или оказать услугу. Сюда входят и производственные, и управленческие затраты</a:t>
          </a:r>
          <a:endParaRPr lang="ru-RU" sz="2100" b="0" i="0"/>
        </a:p>
      </dsp:txBody>
      <dsp:txXfrm>
        <a:off x="0" y="4240578"/>
        <a:ext cx="9144000" cy="1059982"/>
      </dsp:txXfrm>
    </dsp:sp>
  </dsp:spTree>
</dsp:drawing>
</file>

<file path=ppt/diagrams/drawing13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018145094" name=""/>
      <dsp:cNvGrpSpPr/>
    </dsp:nvGrpSpPr>
    <dsp:grpSpPr bwMode="auto">
      <a:xfrm>
        <a:off x="0" y="0"/>
        <a:ext cx="8153399" cy="5069160"/>
        <a:chOff x="0" y="0"/>
        <a:chExt cx="8153399" cy="5069160"/>
      </a:xfrm>
    </dsp:grpSpPr>
    <dsp:sp modelId="{522972BE-C7D7-48F3-AC7E-3675C7F30F50}">
      <dsp:nvSpPr>
        <dsp:cNvPr id="0" name=""/>
        <dsp:cNvSpPr/>
      </dsp:nvSpPr>
      <dsp:spPr bwMode="auto">
        <a:xfrm>
          <a:off x="0" y="74924"/>
          <a:ext cx="8153399" cy="514800"/>
        </a:xfrm>
        <a:prstGeom prst="roundRect">
          <a:avLst>
            <a:gd name="adj" fmla="val 1666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200" b="1">
              <a:latin typeface="Times New Roman"/>
              <a:cs typeface="Times New Roman"/>
            </a:rPr>
            <a:t>Технологическая трудоемкость </a:t>
          </a:r>
          <a:r>
            <a:rPr lang="ru-RU" sz="2200">
              <a:latin typeface="Times New Roman"/>
              <a:cs typeface="Times New Roman"/>
            </a:rPr>
            <a:t>  </a:t>
          </a:r>
          <a:endParaRPr lang="ru-RU" sz="2200">
            <a:latin typeface="Times New Roman"/>
            <a:cs typeface="Times New Roman"/>
          </a:endParaRPr>
        </a:p>
      </dsp:txBody>
      <dsp:txXfrm>
        <a:off x="25130" y="100054"/>
        <a:ext cx="8103139" cy="464539"/>
      </dsp:txXfrm>
    </dsp:sp>
    <dsp:sp modelId="{690C0398-7AB5-4662-90CE-B9767C7ED7CA}">
      <dsp:nvSpPr>
        <dsp:cNvPr id="0" name=""/>
        <dsp:cNvSpPr/>
      </dsp:nvSpPr>
      <dsp:spPr bwMode="auto">
        <a:xfrm>
          <a:off x="0" y="589724"/>
          <a:ext cx="8153399" cy="500939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58870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2000">
              <a:latin typeface="Times New Roman"/>
              <a:cs typeface="Times New Roman"/>
            </a:rPr>
            <a:t>Т </a:t>
          </a:r>
          <a:r>
            <a:rPr lang="ru-RU" sz="2000">
              <a:latin typeface="Times New Roman"/>
              <a:cs typeface="Times New Roman"/>
            </a:rPr>
            <a:t>техн</a:t>
          </a:r>
          <a:r>
            <a:rPr lang="ru-RU" sz="2000">
              <a:latin typeface="Times New Roman"/>
              <a:cs typeface="Times New Roman"/>
            </a:rPr>
            <a:t>. = Т </a:t>
          </a:r>
          <a:r>
            <a:rPr lang="ru-RU" sz="2000">
              <a:latin typeface="Times New Roman"/>
              <a:cs typeface="Times New Roman"/>
            </a:rPr>
            <a:t>сд</a:t>
          </a:r>
          <a:r>
            <a:rPr lang="ru-RU" sz="2000">
              <a:latin typeface="Times New Roman"/>
              <a:cs typeface="Times New Roman"/>
            </a:rPr>
            <a:t>. </a:t>
          </a:r>
          <a:r>
            <a:rPr lang="ru-RU" sz="1400">
              <a:latin typeface="Times New Roman"/>
              <a:cs typeface="Times New Roman"/>
            </a:rPr>
            <a:t>(затраты труда рабочих-сдельщиков)</a:t>
          </a:r>
          <a:r>
            <a:rPr lang="ru-RU" sz="2000">
              <a:latin typeface="Times New Roman"/>
              <a:cs typeface="Times New Roman"/>
            </a:rPr>
            <a:t> + Т </a:t>
          </a:r>
          <a:r>
            <a:rPr lang="ru-RU" sz="2000">
              <a:latin typeface="Times New Roman"/>
              <a:cs typeface="Times New Roman"/>
            </a:rPr>
            <a:t>повр</a:t>
          </a:r>
          <a:r>
            <a:rPr lang="ru-RU" sz="2000">
              <a:latin typeface="Times New Roman"/>
              <a:cs typeface="Times New Roman"/>
            </a:rPr>
            <a:t>. </a:t>
          </a:r>
          <a:r>
            <a:rPr lang="ru-RU" sz="1400">
              <a:latin typeface="Times New Roman"/>
              <a:cs typeface="Times New Roman"/>
            </a:rPr>
            <a:t>(затраты труда рабочих-повременщиков)</a:t>
          </a:r>
          <a:endParaRPr lang="ru-RU" sz="2000">
            <a:latin typeface="Times New Roman"/>
            <a:cs typeface="Times New Roman"/>
          </a:endParaRPr>
        </a:p>
      </dsp:txBody>
      <dsp:txXfrm>
        <a:off x="0" y="589724"/>
        <a:ext cx="8153399" cy="500939"/>
      </dsp:txXfrm>
    </dsp:sp>
    <dsp:sp modelId="{1C891ED0-DB1E-4207-A279-8E244DC19F8E}">
      <dsp:nvSpPr>
        <dsp:cNvPr id="0" name=""/>
        <dsp:cNvSpPr/>
      </dsp:nvSpPr>
      <dsp:spPr bwMode="auto">
        <a:xfrm>
          <a:off x="0" y="1105350"/>
          <a:ext cx="8153399" cy="514800"/>
        </a:xfrm>
        <a:prstGeom prst="roundRect">
          <a:avLst>
            <a:gd name="adj" fmla="val 1666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200" b="1">
              <a:latin typeface="Times New Roman"/>
              <a:cs typeface="Times New Roman"/>
            </a:rPr>
            <a:t>Трудоемкость обслуживания производства</a:t>
          </a:r>
          <a:r>
            <a:rPr lang="ru-RU" sz="2200">
              <a:latin typeface="Times New Roman"/>
              <a:cs typeface="Times New Roman"/>
            </a:rPr>
            <a:t> </a:t>
          </a:r>
          <a:endParaRPr lang="ru-RU" sz="2200">
            <a:latin typeface="Times New Roman"/>
            <a:cs typeface="Times New Roman"/>
          </a:endParaRPr>
        </a:p>
      </dsp:txBody>
      <dsp:txXfrm>
        <a:off x="25130" y="1130480"/>
        <a:ext cx="8103139" cy="464539"/>
      </dsp:txXfrm>
    </dsp:sp>
    <dsp:sp modelId="{B68D9D2D-26CD-4E25-9AC7-443367FA9A2D}">
      <dsp:nvSpPr>
        <dsp:cNvPr id="0" name=""/>
        <dsp:cNvSpPr/>
      </dsp:nvSpPr>
      <dsp:spPr bwMode="auto">
        <a:xfrm>
          <a:off x="0" y="1605464"/>
          <a:ext cx="8153399" cy="36432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58870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800">
              <a:latin typeface="Times New Roman"/>
              <a:cs typeface="Times New Roman"/>
            </a:rPr>
            <a:t>Т </a:t>
          </a:r>
          <a:r>
            <a:rPr lang="ru-RU" sz="1800">
              <a:latin typeface="Times New Roman"/>
              <a:cs typeface="Times New Roman"/>
            </a:rPr>
            <a:t>обслуж</a:t>
          </a:r>
          <a:r>
            <a:rPr lang="ru-RU" sz="1800">
              <a:latin typeface="Times New Roman"/>
              <a:cs typeface="Times New Roman"/>
            </a:rPr>
            <a:t>. = Т </a:t>
          </a:r>
          <a:r>
            <a:rPr lang="ru-RU" sz="1800">
              <a:latin typeface="Times New Roman"/>
              <a:cs typeface="Times New Roman"/>
            </a:rPr>
            <a:t>вспом</a:t>
          </a:r>
          <a:r>
            <a:rPr lang="ru-RU" sz="1800">
              <a:latin typeface="Times New Roman"/>
              <a:cs typeface="Times New Roman"/>
            </a:rPr>
            <a:t>. раб. цехов  + Т </a:t>
          </a:r>
          <a:r>
            <a:rPr lang="ru-RU" sz="1800">
              <a:latin typeface="Times New Roman"/>
              <a:cs typeface="Times New Roman"/>
            </a:rPr>
            <a:t>вспом</a:t>
          </a:r>
          <a:r>
            <a:rPr lang="ru-RU" sz="1800">
              <a:latin typeface="Times New Roman"/>
              <a:cs typeface="Times New Roman"/>
            </a:rPr>
            <a:t>. служб </a:t>
          </a:r>
          <a:r>
            <a:rPr lang="ru-RU" sz="1400">
              <a:latin typeface="Times New Roman"/>
              <a:cs typeface="Times New Roman"/>
            </a:rPr>
            <a:t>(ремонтной, энергетической и т.п.) </a:t>
          </a:r>
          <a:endParaRPr lang="ru-RU" sz="1400">
            <a:latin typeface="Times New Roman"/>
            <a:cs typeface="Times New Roman"/>
          </a:endParaRPr>
        </a:p>
      </dsp:txBody>
      <dsp:txXfrm>
        <a:off x="0" y="1605464"/>
        <a:ext cx="8153399" cy="364320"/>
      </dsp:txXfrm>
    </dsp:sp>
    <dsp:sp modelId="{22A04B44-F7B5-4D9F-AF41-C26BD2DBF72E}">
      <dsp:nvSpPr>
        <dsp:cNvPr id="0" name=""/>
        <dsp:cNvSpPr/>
      </dsp:nvSpPr>
      <dsp:spPr bwMode="auto">
        <a:xfrm>
          <a:off x="0" y="1969784"/>
          <a:ext cx="8153399" cy="514800"/>
        </a:xfrm>
        <a:prstGeom prst="roundRect">
          <a:avLst>
            <a:gd name="adj" fmla="val 1666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200" b="1">
              <a:latin typeface="Times New Roman"/>
              <a:cs typeface="Times New Roman"/>
            </a:rPr>
            <a:t>Производственная трудоемкость </a:t>
          </a:r>
          <a:r>
            <a:rPr lang="ru-RU" sz="2200" b="0">
              <a:latin typeface="Times New Roman"/>
              <a:cs typeface="Times New Roman"/>
            </a:rPr>
            <a:t> </a:t>
          </a:r>
          <a:endParaRPr lang="ru-RU" sz="2200" b="0">
            <a:latin typeface="Times New Roman"/>
            <a:cs typeface="Times New Roman"/>
          </a:endParaRPr>
        </a:p>
      </dsp:txBody>
      <dsp:txXfrm>
        <a:off x="25130" y="1994914"/>
        <a:ext cx="8103139" cy="464539"/>
      </dsp:txXfrm>
    </dsp:sp>
    <dsp:sp modelId="{EC0DB0E8-FD5C-4511-B79A-E7F3CB4C38C0}">
      <dsp:nvSpPr>
        <dsp:cNvPr id="0" name=""/>
        <dsp:cNvSpPr/>
      </dsp:nvSpPr>
      <dsp:spPr bwMode="auto">
        <a:xfrm>
          <a:off x="0" y="2484585"/>
          <a:ext cx="8153399" cy="36432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588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700">
              <a:latin typeface="Times New Roman"/>
              <a:cs typeface="Times New Roman"/>
            </a:rPr>
            <a:t>Т произв. = Т </a:t>
          </a:r>
          <a:r>
            <a:rPr lang="ru-RU" sz="1700">
              <a:latin typeface="Times New Roman"/>
              <a:cs typeface="Times New Roman"/>
            </a:rPr>
            <a:t>техн</a:t>
          </a:r>
          <a:r>
            <a:rPr lang="ru-RU" sz="1700">
              <a:latin typeface="Times New Roman"/>
              <a:cs typeface="Times New Roman"/>
            </a:rPr>
            <a:t>. + Т </a:t>
          </a:r>
          <a:r>
            <a:rPr lang="ru-RU" sz="1700">
              <a:latin typeface="Times New Roman"/>
              <a:cs typeface="Times New Roman"/>
            </a:rPr>
            <a:t>обслуж</a:t>
          </a:r>
          <a:r>
            <a:rPr lang="ru-RU" sz="1700">
              <a:latin typeface="Times New Roman"/>
              <a:cs typeface="Times New Roman"/>
            </a:rPr>
            <a:t>.</a:t>
          </a:r>
          <a:endParaRPr lang="ru-RU" sz="1700">
            <a:latin typeface="Times New Roman"/>
            <a:cs typeface="Times New Roman"/>
          </a:endParaRPr>
        </a:p>
      </dsp:txBody>
      <dsp:txXfrm>
        <a:off x="0" y="2484585"/>
        <a:ext cx="8153399" cy="364320"/>
      </dsp:txXfrm>
    </dsp:sp>
    <dsp:sp modelId="{BD1E087D-F0E2-4BB5-9974-7D99511E4C7D}">
      <dsp:nvSpPr>
        <dsp:cNvPr id="0" name=""/>
        <dsp:cNvSpPr/>
      </dsp:nvSpPr>
      <dsp:spPr bwMode="auto">
        <a:xfrm>
          <a:off x="0" y="2848905"/>
          <a:ext cx="8153399" cy="514800"/>
        </a:xfrm>
        <a:prstGeom prst="roundRect">
          <a:avLst>
            <a:gd name="adj" fmla="val 1666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200" b="1">
              <a:latin typeface="Times New Roman"/>
              <a:cs typeface="Times New Roman"/>
            </a:rPr>
            <a:t>Трудоемкость управления производством</a:t>
          </a:r>
          <a:r>
            <a:rPr lang="ru-RU" sz="2200">
              <a:latin typeface="Times New Roman"/>
              <a:cs typeface="Times New Roman"/>
            </a:rPr>
            <a:t> </a:t>
          </a:r>
          <a:endParaRPr lang="ru-RU" sz="2200">
            <a:latin typeface="Times New Roman"/>
            <a:cs typeface="Times New Roman"/>
          </a:endParaRPr>
        </a:p>
      </dsp:txBody>
      <dsp:txXfrm>
        <a:off x="25130" y="2874035"/>
        <a:ext cx="8103139" cy="464539"/>
      </dsp:txXfrm>
    </dsp:sp>
    <dsp:sp modelId="{1AEB631F-1EB9-4CAF-AC66-8D3DCA45820B}">
      <dsp:nvSpPr>
        <dsp:cNvPr id="0" name=""/>
        <dsp:cNvSpPr/>
      </dsp:nvSpPr>
      <dsp:spPr bwMode="auto">
        <a:xfrm>
          <a:off x="0" y="3363705"/>
          <a:ext cx="8153399" cy="75141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58870" tIns="24130" rIns="135128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900">
              <a:latin typeface="Times New Roman"/>
              <a:cs typeface="Times New Roman"/>
            </a:rPr>
            <a:t>Т упр. = Т упр. пр. </a:t>
          </a:r>
          <a:r>
            <a:rPr lang="ru-RU" sz="1400">
              <a:latin typeface="Times New Roman"/>
              <a:cs typeface="Times New Roman"/>
            </a:rPr>
            <a:t>(затраты труда руководителей, специалистов и служащих производственных структур предприятия) </a:t>
          </a:r>
          <a:r>
            <a:rPr lang="ru-RU" sz="1900">
              <a:latin typeface="Times New Roman"/>
              <a:cs typeface="Times New Roman"/>
            </a:rPr>
            <a:t> + Т упр. общ. </a:t>
          </a:r>
          <a:r>
            <a:rPr lang="ru-RU" sz="1400">
              <a:latin typeface="Times New Roman"/>
              <a:cs typeface="Times New Roman"/>
            </a:rPr>
            <a:t>(затраты труда руководителей, специалистов и служащих общих структур предприятия)</a:t>
          </a:r>
          <a:endParaRPr lang="ru-RU" sz="1900">
            <a:latin typeface="Times New Roman"/>
            <a:cs typeface="Times New Roman"/>
          </a:endParaRPr>
        </a:p>
      </dsp:txBody>
      <dsp:txXfrm>
        <a:off x="0" y="3363705"/>
        <a:ext cx="8153399" cy="751410"/>
      </dsp:txXfrm>
    </dsp:sp>
    <dsp:sp modelId="{FDB89EFF-1643-4A24-BDCA-C712D423D624}">
      <dsp:nvSpPr>
        <dsp:cNvPr id="0" name=""/>
        <dsp:cNvSpPr/>
      </dsp:nvSpPr>
      <dsp:spPr bwMode="auto">
        <a:xfrm>
          <a:off x="0" y="4115115"/>
          <a:ext cx="8153399" cy="514800"/>
        </a:xfrm>
        <a:prstGeom prst="roundRect">
          <a:avLst>
            <a:gd name="adj" fmla="val 1666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200" b="1">
              <a:latin typeface="Times New Roman"/>
              <a:cs typeface="Times New Roman"/>
            </a:rPr>
            <a:t>Полная трудоемкость</a:t>
          </a:r>
          <a:r>
            <a:rPr lang="ru-RU" sz="2200" b="0">
              <a:latin typeface="Times New Roman"/>
              <a:cs typeface="Times New Roman"/>
            </a:rPr>
            <a:t> </a:t>
          </a:r>
          <a:endParaRPr lang="ru-RU" sz="2200" b="0">
            <a:latin typeface="Times New Roman"/>
            <a:cs typeface="Times New Roman"/>
          </a:endParaRPr>
        </a:p>
      </dsp:txBody>
      <dsp:txXfrm>
        <a:off x="25130" y="4140245"/>
        <a:ext cx="8103139" cy="464539"/>
      </dsp:txXfrm>
    </dsp:sp>
    <dsp:sp modelId="{D0420DAD-5FCE-49FE-93AF-9A37C91A1B3C}">
      <dsp:nvSpPr>
        <dsp:cNvPr id="0" name=""/>
        <dsp:cNvSpPr/>
      </dsp:nvSpPr>
      <dsp:spPr bwMode="auto">
        <a:xfrm>
          <a:off x="0" y="4629914"/>
          <a:ext cx="8153399" cy="36432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588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700">
              <a:latin typeface="Times New Roman"/>
              <a:cs typeface="Times New Roman"/>
            </a:rPr>
            <a:t>Т пол. = Т </a:t>
          </a:r>
          <a:r>
            <a:rPr lang="ru-RU" sz="1700">
              <a:latin typeface="Times New Roman"/>
              <a:cs typeface="Times New Roman"/>
            </a:rPr>
            <a:t>техн</a:t>
          </a:r>
          <a:r>
            <a:rPr lang="ru-RU" sz="1700">
              <a:latin typeface="Times New Roman"/>
              <a:cs typeface="Times New Roman"/>
            </a:rPr>
            <a:t>. + Т </a:t>
          </a:r>
          <a:r>
            <a:rPr lang="ru-RU" sz="1700">
              <a:latin typeface="Times New Roman"/>
              <a:cs typeface="Times New Roman"/>
            </a:rPr>
            <a:t>обслуж</a:t>
          </a:r>
          <a:r>
            <a:rPr lang="ru-RU" sz="1700">
              <a:latin typeface="Times New Roman"/>
              <a:cs typeface="Times New Roman"/>
            </a:rPr>
            <a:t>. + Т упр.</a:t>
          </a:r>
          <a:endParaRPr lang="ru-RU" sz="1700">
            <a:latin typeface="Times New Roman"/>
            <a:cs typeface="Times New Roman"/>
          </a:endParaRPr>
        </a:p>
      </dsp:txBody>
      <dsp:txXfrm>
        <a:off x="0" y="4629914"/>
        <a:ext cx="8153399" cy="364320"/>
      </dsp:txXfrm>
    </dsp:sp>
  </dsp:spTree>
</dsp:drawing>
</file>

<file path=ppt/diagrams/drawing14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178412974" name=""/>
      <dsp:cNvGrpSpPr/>
    </dsp:nvGrpSpPr>
    <dsp:grpSpPr bwMode="auto">
      <a:xfrm>
        <a:off x="0" y="0"/>
        <a:ext cx="8153399" cy="4997152"/>
        <a:chOff x="0" y="0"/>
        <a:chExt cx="8153399" cy="4997152"/>
      </a:xfrm>
    </dsp:grpSpPr>
    <dsp:sp modelId="{522972BE-C7D7-48F3-AC7E-3675C7F30F50}">
      <dsp:nvSpPr>
        <dsp:cNvPr id="0" name=""/>
        <dsp:cNvSpPr/>
      </dsp:nvSpPr>
      <dsp:spPr bwMode="auto">
        <a:xfrm>
          <a:off x="0" y="103000"/>
          <a:ext cx="8153399" cy="466829"/>
        </a:xfrm>
        <a:prstGeom prst="roundRect">
          <a:avLst>
            <a:gd name="adj" fmla="val 1666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>
              <a:solidFill>
                <a:schemeClr val="tx1"/>
              </a:solidFill>
              <a:latin typeface="Times New Roman"/>
              <a:cs typeface="Times New Roman"/>
            </a:rPr>
            <a:t>Повышение технического уровня производства</a:t>
          </a:r>
          <a:endParaRPr lang="ru-RU" sz="2000" b="1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22789" y="125790"/>
        <a:ext cx="8107822" cy="421251"/>
      </dsp:txXfrm>
    </dsp:sp>
    <dsp:sp modelId="{690C0398-7AB5-4662-90CE-B9767C7ED7CA}">
      <dsp:nvSpPr>
        <dsp:cNvPr id="0" name=""/>
        <dsp:cNvSpPr/>
      </dsp:nvSpPr>
      <dsp:spPr bwMode="auto">
        <a:xfrm>
          <a:off x="0" y="569831"/>
          <a:ext cx="8153399" cy="104328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58870" tIns="26670" rIns="149352" bIns="26670" numCol="1" spcCol="1270" anchor="t" anchorCtr="0">
          <a:noAutofit/>
        </a:bodyPr>
        <a:lstStyle/>
        <a:p>
          <a:pPr marL="182563" lvl="1" indent="-182563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Механизация и автоматизация производства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82563" lvl="1" indent="-182563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Внедрение новых технологических процессов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82563" lvl="1" indent="-182563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Улучшение конструктивных свойств изделий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82563" lvl="1" indent="-182563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Повышение качества сырья, внедрение новых конструкций изделий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0" y="569831"/>
        <a:ext cx="8153399" cy="1043280"/>
      </dsp:txXfrm>
    </dsp:sp>
    <dsp:sp modelId="{1C891ED0-DB1E-4207-A279-8E244DC19F8E}">
      <dsp:nvSpPr>
        <dsp:cNvPr id="0" name=""/>
        <dsp:cNvSpPr/>
      </dsp:nvSpPr>
      <dsp:spPr bwMode="auto">
        <a:xfrm>
          <a:off x="0" y="1613111"/>
          <a:ext cx="8153399" cy="466829"/>
        </a:xfrm>
        <a:prstGeom prst="roundRect">
          <a:avLst>
            <a:gd name="adj" fmla="val 16667"/>
          </a:avLst>
        </a:prstGeom>
        <a:solidFill>
          <a:schemeClr val="accent4">
            <a:hueOff val="3742489"/>
            <a:satOff val="-20694"/>
            <a:lumOff val="-1765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>
              <a:solidFill>
                <a:schemeClr val="tx1"/>
              </a:solidFill>
              <a:latin typeface="Times New Roman"/>
              <a:cs typeface="Times New Roman"/>
            </a:rPr>
            <a:t>Улучшение организации производства и труда</a:t>
          </a:r>
          <a:endParaRPr lang="ru-RU" sz="2000" b="1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22789" y="1635900"/>
        <a:ext cx="8107822" cy="421251"/>
      </dsp:txXfrm>
    </dsp:sp>
    <dsp:sp modelId="{B68D9D2D-26CD-4E25-9AC7-443367FA9A2D}">
      <dsp:nvSpPr>
        <dsp:cNvPr id="0" name=""/>
        <dsp:cNvSpPr/>
      </dsp:nvSpPr>
      <dsp:spPr bwMode="auto">
        <a:xfrm>
          <a:off x="0" y="2079941"/>
          <a:ext cx="8153399" cy="156492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58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Повышение норм и зон обслуживания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Уменьшение числа рабочих, не выполняющих нормы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Упрощение структуры управления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Механизация учетных работ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Изменение рабочего периода		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Повышение уровня специализации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0" y="2079941"/>
        <a:ext cx="8153399" cy="1564920"/>
      </dsp:txXfrm>
    </dsp:sp>
    <dsp:sp modelId="{07437FE6-D04F-4347-A408-D8D0FD10D772}">
      <dsp:nvSpPr>
        <dsp:cNvPr id="0" name=""/>
        <dsp:cNvSpPr/>
      </dsp:nvSpPr>
      <dsp:spPr bwMode="auto">
        <a:xfrm>
          <a:off x="0" y="3644861"/>
          <a:ext cx="8153399" cy="466829"/>
        </a:xfrm>
        <a:prstGeom prst="roundRect">
          <a:avLst>
            <a:gd name="adj" fmla="val 16667"/>
          </a:avLst>
        </a:prstGeom>
        <a:solidFill>
          <a:schemeClr val="accent4">
            <a:hueOff val="7484979"/>
            <a:satOff val="-41387"/>
            <a:lumOff val="-3529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rgbClr val="000000"/>
        </a:lnRef>
        <a:fillRef idx="1">
          <a:srgbClr val="000000"/>
        </a:fillRef>
        <a:effectRef idx="2">
          <a:srgbClr val="00000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 sz="2000" b="1">
              <a:solidFill>
                <a:schemeClr val="tx1"/>
              </a:solidFill>
              <a:latin typeface="Times New Roman"/>
              <a:cs typeface="Times New Roman"/>
            </a:rPr>
            <a:t>Структурные изменения в производстве</a:t>
          </a:r>
          <a:endParaRPr lang="ru-RU" sz="2000" b="1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22789" y="3667650"/>
        <a:ext cx="8107822" cy="421251"/>
      </dsp:txXfrm>
    </dsp:sp>
    <dsp:sp modelId="{C375A286-DF63-47EE-A0ED-90DAE38F4356}">
      <dsp:nvSpPr>
        <dsp:cNvPr id="0" name=""/>
        <dsp:cNvSpPr/>
      </dsp:nvSpPr>
      <dsp:spPr bwMode="auto">
        <a:xfrm>
          <a:off x="0" y="4111691"/>
          <a:ext cx="8153399" cy="782460"/>
        </a:xfrm>
        <a:prstGeom prst="rect">
          <a:avLst/>
        </a:prstGeom>
        <a:noFill/>
        <a:ln w="10000" cap="flat" cmpd="sng" algn="ctr">
          <a:solidFill>
            <a:schemeClr val="dk1">
              <a:hueOff val="0"/>
              <a:satOff val="0"/>
              <a:lumOff val="0"/>
              <a:alphaOff val="0"/>
              <a:alpha val="0"/>
            </a:schemeClr>
          </a:solidFill>
          <a:prstDash val="solid"/>
        </a:ln>
        <a:effectLst/>
      </dsp:spPr>
      <dsp:style>
        <a:lnRef idx="1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258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Изменение удельного веса отдельных видов продукции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Изменение трудоемкости производственной программы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•"/>
            <a:defRPr/>
          </a:pPr>
          <a:r>
            <a:rPr lang="ru-RU" sz="1600">
              <a:solidFill>
                <a:schemeClr val="tx1"/>
              </a:solidFill>
              <a:latin typeface="Times New Roman"/>
              <a:cs typeface="Times New Roman"/>
            </a:rPr>
            <a:t>Изменение удельного веса новой продукции	</a:t>
          </a:r>
          <a:endParaRPr lang="ru-RU" sz="1600">
            <a:solidFill>
              <a:schemeClr val="tx1"/>
            </a:solidFill>
            <a:latin typeface="Times New Roman"/>
            <a:cs typeface="Times New Roman"/>
          </a:endParaRPr>
        </a:p>
      </dsp:txBody>
      <dsp:txXfrm>
        <a:off x="0" y="4111691"/>
        <a:ext cx="8153399" cy="782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4#1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 val="norm"/>
      <dgm:resizeHandles val="exact"/>
    </dgm:varLst>
    <dgm:alg type="lin">
      <dgm:param type="linDir" val="fromT"/>
      <dgm:param type="vertAlign" val="t"/>
    </dgm:alg>
    <dgm:shape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00000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00000"/>
              <dgm:constr type="h" for="ch" forName="img" refType="h" refFor="ch" refForName="box" fact="0.800000"/>
              <dgm:constr type="t" for="ch" forName="img" refType="h" refFor="ch" refForName="box" fact="0.100000"/>
              <dgm:constr type="l" for="ch" forName="img" refType="h" refFor="ch" refForName="box" fact="0.100000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00000"/>
              <dgm:constr type="h" for="ch" forName="img" refType="h" refFor="ch" refForName="box" fact="0.800000"/>
              <dgm:constr type="t" for="ch" forName="img" refType="h" refFor="ch" refForName="box" fact="0.100000"/>
              <dgm:constr type="r" for="ch" forName="img" refType="w" refFor="ch" refForName="box"/>
              <dgm:constr type="rOff" for="ch" forName="img" refType="h" refFor="ch" refForName="box" fact="-0.100000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type="roundRect" r:blip="">
            <dgm:adjLst>
              <dgm:adj idx="1" val="0.100000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type="roundRect" r:blip="" blipPhldr="1">
            <dgm:adjLst>
              <dgm:adj idx="1" val="0.100000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type="rect" r:blip="" hideGeom="1">
            <dgm:adjLst/>
          </dgm:shape>
          <dgm:presOf axis="desOrSelf" ptType="node"/>
          <dgm:constrLst>
            <dgm:constr type="tMarg" refType="primFontSz" fact="0.300000"/>
            <dgm:constr type="bMarg" refType="primFontSz" fact="0.300000"/>
            <dgm:constr type="lMarg" refType="primFontSz" fact="0.300000"/>
            <dgm:constr type="rMarg" refType="primFontSz" fact="0.300000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r:blip="">
      <dgm:adjLst/>
    </dgm:shape>
    <dgm:presOf/>
    <dgm:constrLst>
      <dgm:constr type="w" for="des" forName="rootComposite1" refType="w" fact="10.000000"/>
      <dgm:constr type="h" for="des" forName="rootComposite1" refType="w" refFor="des" refForName="rootComposite1" fact="0.500000"/>
      <dgm:constr type="w" for="des" forName="rootComposite" refType="w" fact="10.000000"/>
      <dgm:constr type="h" for="des" forName="rootComposite" refType="w" refFor="des" refForName="rootComposite1" fact="0.500000"/>
      <dgm:constr type="w" for="des" forName="rootComposite3" refType="w" fact="10.000000"/>
      <dgm:constr type="h" for="des" forName="rootComposite3" refType="w" refFor="des" refForName="rootComposite1" fact="0.500000"/>
      <dgm:constr type="primFontSz" for="des" ptType="node" op="equ"/>
      <dgm:constr type="sp" for="des" op="equ"/>
      <dgm:constr type="sp" for="des" forName="hierRoot1" refType="w" refFor="des" refForName="rootComposite1" fact="0.210000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0000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0000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000000000000002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000000000000002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000000000000002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00000"/>
              </dgm:constrLst>
            </dgm:else>
          </dgm:choose>
          <dgm:shape r:blip="">
            <dgm:adjLst/>
          </dgm:shape>
          <dgm:presOf/>
          <dgm:ruleLst/>
          <dgm:layoutNode name="rootComposite1">
            <dgm:alg type="composite"/>
            <dgm:shape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00000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0000"/>
                <dgm:constr type="rMarg" refType="primFontSz" fact="0.050000"/>
                <dgm:constr type="tMarg" refType="primFontSz" fact="0.050000"/>
                <dgm:constr type="bMarg" refType="primFontSz" fact="0.050000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00000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r:blip="">
                              <dgm:adjLst/>
                            </dgm:shape>
                            <dgm:presOf/>
                            <dgm:constrLst>
                              <dgm:constr type="alignOff" val="0.65000000000000002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00000"/>
                        </dgm:constrLst>
                      </dgm:else>
                    </dgm:choose>
                  </dgm:if>
                  <dgm:else name="Name77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else>
                </dgm:choose>
                <dgm:ruleLst/>
                <dgm:layoutNode name="rootComposite">
                  <dgm:alg type="composite"/>
                  <dgm:shape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00000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0000"/>
                      <dgm:constr type="rMarg" refType="primFontSz" fact="0.050000"/>
                      <dgm:constr type="tMarg" refType="primFontSz" fact="0.050000"/>
                      <dgm:constr type="bMarg" refType="primFontSz" fact="0.050000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5" func="var" arg="hierBranch" op="equ" val="hang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 val="0.65000000000000002"/>
                    </dgm:constrLst>
                  </dgm:if>
                  <dgm:if name="Name116" func="var" arg="hierBranch" op="equ" val="std">
                    <dgm:alg type="hierRoot"/>
                    <dgm:shape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00000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r:blip="">
                          <dgm:adjLst/>
                        </dgm:shape>
                        <dgm:presOf/>
                        <dgm:constrLst>
                          <dgm:constr type="alignOff" val="0.65000000000000002"/>
                        </dgm:constrLst>
                      </dgm:if>
                      <dgm:else name="Name120">
                        <dgm:alg type="hierRoot"/>
                        <dgm:shape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00000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00000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0000"/>
                      <dgm:constr type="rMarg" refType="primFontSz" fact="0.050000"/>
                      <dgm:constr type="tMarg" refType="primFontSz" fact="0.050000"/>
                      <dgm:constr type="bMarg" refType="primFontSz" fact="0.050000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000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00000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0000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r:blip="">
            <dgm:adjLst/>
          </dgm:shape>
          <dgm:presOf/>
          <dgm:constrLst>
            <dgm:constr type="bendDist" for="des" ptType="parTrans" refType="sp" fact="0.500000"/>
          </dgm:constrLst>
          <dgm:ruleLst/>
          <dgm:layoutNode name="composite">
            <dgm:alg type="composite"/>
            <dgm:shape r:blip="">
              <dgm:adjLst/>
            </dgm:shape>
            <dgm:presOf/>
            <dgm:constrLst>
              <dgm:constr type="w" for="ch" forName="background" refType="w" fact="0.900000"/>
              <dgm:constr type="h" for="ch" forName="background" refType="w" refFor="ch" refForName="background" fact="0.635000"/>
              <dgm:constr type="t" for="ch" forName="background"/>
              <dgm:constr type="l" for="ch" forName="background"/>
              <dgm:constr type="w" for="ch" forName="text" refType="w" fact="0.900000"/>
              <dgm:constr type="h" for="ch" forName="text" refType="w" refFor="ch" refForName="text" fact="0.635000"/>
              <dgm:constr type="t" for="ch" forName="text" refType="w" fact="0.095000"/>
              <dgm:constr type="l" for="ch" forName="text" refType="w" fact="0.100000"/>
            </dgm:constrLst>
            <dgm:ruleLst/>
            <dgm:layoutNode name="background" styleLbl="node0" moveWith="text">
              <dgm:alg type="sp"/>
              <dgm:shape type="roundRect" r:blip="">
                <dgm:adjLst>
                  <dgm:adj idx="1" val="0.100000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type="roundRect" r:blip="">
                <dgm:adjLst>
                  <dgm:adj idx="1" val="0.100000"/>
                </dgm:adjLst>
              </dgm:shape>
              <dgm:presOf axis="self"/>
              <dgm:constrLst>
                <dgm:constr type="tMarg" refType="primFontSz" fact="0.300000"/>
                <dgm:constr type="bMarg" refType="primFontSz" fact="0.300000"/>
                <dgm:constr type="lMarg" refType="primFontSz" fact="0.300000"/>
                <dgm:constr type="rMarg" refType="primFontSz" fact="0.300000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r:blip="">
                    <dgm:adjLst/>
                  </dgm:shape>
                  <dgm:presOf/>
                  <dgm:constrLst>
                    <dgm:constr type="bendDist" for="des" ptType="parTrans" refType="sp" fact="0.500000"/>
                  </dgm:constrLst>
                  <dgm:ruleLst/>
                  <dgm:layoutNode name="composite2">
                    <dgm:alg type="composite"/>
                    <dgm:shape r:blip="">
                      <dgm:adjLst/>
                    </dgm:shape>
                    <dgm:presOf/>
                    <dgm:constrLst>
                      <dgm:constr type="w" for="ch" forName="background2" refType="w" fact="0.900000"/>
                      <dgm:constr type="h" for="ch" forName="background2" refType="w" refFor="ch" refForName="background2" fact="0.635000"/>
                      <dgm:constr type="t" for="ch" forName="background2"/>
                      <dgm:constr type="l" for="ch" forName="background2"/>
                      <dgm:constr type="w" for="ch" forName="text2" refType="w" fact="0.900000"/>
                      <dgm:constr type="h" for="ch" forName="text2" refType="w" refFor="ch" refForName="text2" fact="0.635000"/>
                      <dgm:constr type="t" for="ch" forName="text2" refType="w" fact="0.095000"/>
                      <dgm:constr type="l" for="ch" forName="text2" refType="w" fact="0.100000"/>
                    </dgm:constrLst>
                    <dgm:ruleLst/>
                    <dgm:layoutNode name="background2" moveWith="text2">
                      <dgm:alg type="sp"/>
                      <dgm:shape type="roundRect" r:blip="">
                        <dgm:adjLst>
                          <dgm:adj idx="1" val="0.100000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type="roundRect" r:blip="">
                        <dgm:adjLst>
                          <dgm:adj idx="1" val="0.100000"/>
                        </dgm:adjLst>
                      </dgm:shape>
                      <dgm:presOf axis="self"/>
                      <dgm:constrLst>
                        <dgm:constr type="tMarg" refType="primFontSz" fact="0.300000"/>
                        <dgm:constr type="bMarg" refType="primFontSz" fact="0.300000"/>
                        <dgm:constr type="lMarg" refType="primFontSz" fact="0.300000"/>
                        <dgm:constr type="rMarg" refType="primFontSz" fact="0.300000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00000"/>
                          </dgm:constrLst>
                          <dgm:ruleLst/>
                          <dgm:layoutNode name="composite3">
                            <dgm:alg type="composite"/>
                            <dgm:shape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00000"/>
                              <dgm:constr type="h" for="ch" forName="background3" refType="w" refFor="ch" refForName="background3" fact="0.635000"/>
                              <dgm:constr type="t" for="ch" forName="background3"/>
                              <dgm:constr type="l" for="ch" forName="background3"/>
                              <dgm:constr type="w" for="ch" forName="text3" refType="w" fact="0.900000"/>
                              <dgm:constr type="h" for="ch" forName="text3" refType="w" refFor="ch" refForName="text3" fact="0.635000"/>
                              <dgm:constr type="t" for="ch" forName="text3" refType="w" fact="0.095000"/>
                              <dgm:constr type="l" for="ch" forName="text3" refType="w" fact="0.100000"/>
                            </dgm:constrLst>
                            <dgm:ruleLst/>
                            <dgm:layoutNode name="background3" moveWith="text3">
                              <dgm:alg type="sp"/>
                              <dgm:shape type="roundRect" r:blip="">
                                <dgm:adjLst>
                                  <dgm:adj idx="1" val="0.100000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type="roundRect" r:blip="">
                                <dgm:adjLst>
                                  <dgm:adj idx="1" val="0.100000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00000"/>
                                <dgm:constr type="bMarg" refType="primFontSz" fact="0.300000"/>
                                <dgm:constr type="lMarg" refType="primFontSz" fact="0.300000"/>
                                <dgm:constr type="rMarg" refType="primFontSz" fact="0.300000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00000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00000"/>
                                      <dgm:constr type="h" for="ch" forName="background4" refType="w" refFor="ch" refForName="background4" fact="0.635000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00000"/>
                                      <dgm:constr type="h" for="ch" forName="text4" refType="w" refFor="ch" refForName="text4" fact="0.635000"/>
                                      <dgm:constr type="t" for="ch" forName="text4" refType="w" fact="0.095000"/>
                                      <dgm:constr type="l" for="ch" forName="text4" refType="w" fact="0.100000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type="roundRect" r:blip="">
                                        <dgm:adjLst>
                                          <dgm:adj idx="1" val="0.100000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type="roundRect" r:blip="">
                                        <dgm:adjLst>
                                          <dgm:adj idx="1" val="0.100000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00000"/>
                                        <dgm:constr type="bMarg" refType="primFontSz" fact="0.300000"/>
                                        <dgm:constr type="lMarg" refType="primFontSz" fact="0.300000"/>
                                        <dgm:constr type="rMarg" refType="primFontSz" fact="0.300000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 val="norm"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000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00000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0000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r:blip="">
            <dgm:adjLst/>
          </dgm:shape>
          <dgm:presOf/>
          <dgm:constrLst>
            <dgm:constr type="bendDist" for="des" ptType="parTrans" refType="sp" fact="0.500000"/>
          </dgm:constrLst>
          <dgm:ruleLst/>
          <dgm:layoutNode name="composite">
            <dgm:alg type="composite"/>
            <dgm:shape r:blip="">
              <dgm:adjLst/>
            </dgm:shape>
            <dgm:presOf/>
            <dgm:constrLst>
              <dgm:constr type="w" for="ch" forName="background" refType="w" fact="0.900000"/>
              <dgm:constr type="h" for="ch" forName="background" refType="w" refFor="ch" refForName="background" fact="0.635000"/>
              <dgm:constr type="t" for="ch" forName="background"/>
              <dgm:constr type="l" for="ch" forName="background"/>
              <dgm:constr type="w" for="ch" forName="text" refType="w" fact="0.900000"/>
              <dgm:constr type="h" for="ch" forName="text" refType="w" refFor="ch" refForName="text" fact="0.635000"/>
              <dgm:constr type="t" for="ch" forName="text" refType="w" fact="0.095000"/>
              <dgm:constr type="l" for="ch" forName="text" refType="w" fact="0.100000"/>
            </dgm:constrLst>
            <dgm:ruleLst/>
            <dgm:layoutNode name="background" styleLbl="node0" moveWith="text">
              <dgm:alg type="sp"/>
              <dgm:shape type="roundRect" r:blip="">
                <dgm:adjLst>
                  <dgm:adj idx="1" val="0.100000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type="roundRect" r:blip="">
                <dgm:adjLst>
                  <dgm:adj idx="1" val="0.100000"/>
                </dgm:adjLst>
              </dgm:shape>
              <dgm:presOf axis="self"/>
              <dgm:constrLst>
                <dgm:constr type="tMarg" refType="primFontSz" fact="0.300000"/>
                <dgm:constr type="bMarg" refType="primFontSz" fact="0.300000"/>
                <dgm:constr type="lMarg" refType="primFontSz" fact="0.300000"/>
                <dgm:constr type="rMarg" refType="primFontSz" fact="0.300000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r:blip="">
                    <dgm:adjLst/>
                  </dgm:shape>
                  <dgm:presOf/>
                  <dgm:constrLst>
                    <dgm:constr type="bendDist" for="des" ptType="parTrans" refType="sp" fact="0.500000"/>
                  </dgm:constrLst>
                  <dgm:ruleLst/>
                  <dgm:layoutNode name="composite2">
                    <dgm:alg type="composite"/>
                    <dgm:shape r:blip="">
                      <dgm:adjLst/>
                    </dgm:shape>
                    <dgm:presOf/>
                    <dgm:constrLst>
                      <dgm:constr type="w" for="ch" forName="background2" refType="w" fact="0.900000"/>
                      <dgm:constr type="h" for="ch" forName="background2" refType="w" refFor="ch" refForName="background2" fact="0.635000"/>
                      <dgm:constr type="t" for="ch" forName="background2"/>
                      <dgm:constr type="l" for="ch" forName="background2"/>
                      <dgm:constr type="w" for="ch" forName="text2" refType="w" fact="0.900000"/>
                      <dgm:constr type="h" for="ch" forName="text2" refType="w" refFor="ch" refForName="text2" fact="0.635000"/>
                      <dgm:constr type="t" for="ch" forName="text2" refType="w" fact="0.095000"/>
                      <dgm:constr type="l" for="ch" forName="text2" refType="w" fact="0.100000"/>
                    </dgm:constrLst>
                    <dgm:ruleLst/>
                    <dgm:layoutNode name="background2" moveWith="text2">
                      <dgm:alg type="sp"/>
                      <dgm:shape type="roundRect" r:blip="">
                        <dgm:adjLst>
                          <dgm:adj idx="1" val="0.100000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type="roundRect" r:blip="">
                        <dgm:adjLst>
                          <dgm:adj idx="1" val="0.100000"/>
                        </dgm:adjLst>
                      </dgm:shape>
                      <dgm:presOf axis="self"/>
                      <dgm:constrLst>
                        <dgm:constr type="tMarg" refType="primFontSz" fact="0.300000"/>
                        <dgm:constr type="bMarg" refType="primFontSz" fact="0.300000"/>
                        <dgm:constr type="lMarg" refType="primFontSz" fact="0.300000"/>
                        <dgm:constr type="rMarg" refType="primFontSz" fact="0.300000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00000"/>
                          </dgm:constrLst>
                          <dgm:ruleLst/>
                          <dgm:layoutNode name="composite3">
                            <dgm:alg type="composite"/>
                            <dgm:shape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00000"/>
                              <dgm:constr type="h" for="ch" forName="background3" refType="w" refFor="ch" refForName="background3" fact="0.635000"/>
                              <dgm:constr type="t" for="ch" forName="background3"/>
                              <dgm:constr type="l" for="ch" forName="background3"/>
                              <dgm:constr type="w" for="ch" forName="text3" refType="w" fact="0.900000"/>
                              <dgm:constr type="h" for="ch" forName="text3" refType="w" refFor="ch" refForName="text3" fact="0.635000"/>
                              <dgm:constr type="t" for="ch" forName="text3" refType="w" fact="0.095000"/>
                              <dgm:constr type="l" for="ch" forName="text3" refType="w" fact="0.100000"/>
                            </dgm:constrLst>
                            <dgm:ruleLst/>
                            <dgm:layoutNode name="background3" moveWith="text3">
                              <dgm:alg type="sp"/>
                              <dgm:shape type="roundRect" r:blip="">
                                <dgm:adjLst>
                                  <dgm:adj idx="1" val="0.100000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type="roundRect" r:blip="">
                                <dgm:adjLst>
                                  <dgm:adj idx="1" val="0.100000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00000"/>
                                <dgm:constr type="bMarg" refType="primFontSz" fact="0.300000"/>
                                <dgm:constr type="lMarg" refType="primFontSz" fact="0.300000"/>
                                <dgm:constr type="rMarg" refType="primFontSz" fact="0.300000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00000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00000"/>
                                      <dgm:constr type="h" for="ch" forName="background4" refType="w" refFor="ch" refForName="background4" fact="0.635000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00000"/>
                                      <dgm:constr type="h" for="ch" forName="text4" refType="w" refFor="ch" refForName="text4" fact="0.635000"/>
                                      <dgm:constr type="t" for="ch" forName="text4" refType="w" fact="0.095000"/>
                                      <dgm:constr type="l" for="ch" forName="text4" refType="w" fact="0.100000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type="roundRect" r:blip="">
                                        <dgm:adjLst>
                                          <dgm:adj idx="1" val="0.100000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type="roundRect" r:blip="">
                                        <dgm:adjLst>
                                          <dgm:adj idx="1" val="0.100000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00000"/>
                                        <dgm:constr type="bMarg" refType="primFontSz" fact="0.300000"/>
                                        <dgm:constr type="lMarg" refType="primFontSz" fact="0.300000"/>
                                        <dgm:constr type="rMarg" refType="primFontSz" fact="0.300000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 val="norm"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00000"/>
      <dgm:constr type="h" for="des" forName="desTx" refType="primFontSz" refFor="des" refForName="parTx" fact="1.220000"/>
      <dgm:constr type="w" for="ch" forName="space" refType="w" refFor="ch" refForName="composite" op="equ" fact="0.140000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type="rect" r:blip="">
            <dgm:adjLst/>
          </dgm:shape>
          <dgm:presOf axis="self" ptType="node"/>
          <dgm:constrLst>
            <dgm:constr type="h" refType="w" op="lte" fact="0.400000"/>
            <dgm:constr type="h"/>
            <dgm:constr type="tMarg" refType="primFontSz" fact="0.320000"/>
            <dgm:constr type="bMarg" refType="primFontSz" fact="0.320000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0000"/>
            <dgm:constr type="tMarg" refType="primFontSz" fact="0.420000"/>
            <dgm:constr type="bMarg" refType="primFontSz" fact="0.630000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0000"/>
      <dgm:constr type="w" for="ch" forName="childText" refType="w"/>
      <dgm:constr type="h" for="ch" forName="childText" refType="primFontSz" refFor="ch" refForName="parentText" fact="0.460000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0000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type="roundRect" r:blip="">
          <dgm:adjLst/>
        </dgm:shape>
        <dgm:presOf axis="self"/>
        <dgm:constrLst>
          <dgm:constr type="tMarg" refType="primFontSz" fact="0.300000"/>
          <dgm:constr type="bMarg" refType="primFontSz" fact="0.300000"/>
          <dgm:constr type="lMarg" refType="primFontSz" fact="0.300000"/>
          <dgm:constr type="rMarg" refType="primFontSz" fact="0.300000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type="rect" r:blip="">
              <dgm:adjLst/>
            </dgm:shape>
            <dgm:presOf axis="des" ptType="node"/>
            <dgm:constrLst>
              <dgm:constr type="tMarg" refType="primFontSz" fact="0.100000"/>
              <dgm:constr type="bMarg" refType="primFontSz" fact="0.100000"/>
              <dgm:constr type="lMarg" refType="w" fact="0.090000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0000"/>
      <dgm:constr type="w" for="ch" forName="childText" refType="w"/>
      <dgm:constr type="h" for="ch" forName="childText" refType="primFontSz" refFor="ch" refForName="parentText" fact="0.460000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0000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type="roundRect" r:blip="">
          <dgm:adjLst/>
        </dgm:shape>
        <dgm:presOf axis="self"/>
        <dgm:constrLst>
          <dgm:constr type="tMarg" refType="primFontSz" fact="0.300000"/>
          <dgm:constr type="bMarg" refType="primFontSz" fact="0.300000"/>
          <dgm:constr type="lMarg" refType="primFontSz" fact="0.300000"/>
          <dgm:constr type="rMarg" refType="primFontSz" fact="0.300000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type="rect" r:blip="">
              <dgm:adjLst/>
            </dgm:shape>
            <dgm:presOf axis="des" ptType="node"/>
            <dgm:constrLst>
              <dgm:constr type="tMarg" refType="primFontSz" fact="0.100000"/>
              <dgm:constr type="bMarg" refType="primFontSz" fact="0.100000"/>
              <dgm:constr type="lMarg" refType="w" fact="0.090000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0000"/>
      <dgm:constr type="w" for="ch" forName="childText" refType="w"/>
      <dgm:constr type="h" for="ch" forName="childText" refType="primFontSz" refFor="ch" refForName="parentText" fact="0.460000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0000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type="roundRect" r:blip="">
          <dgm:adjLst/>
        </dgm:shape>
        <dgm:presOf axis="self"/>
        <dgm:constrLst>
          <dgm:constr type="tMarg" refType="primFontSz" fact="0.300000"/>
          <dgm:constr type="bMarg" refType="primFontSz" fact="0.300000"/>
          <dgm:constr type="lMarg" refType="primFontSz" fact="0.300000"/>
          <dgm:constr type="rMarg" refType="primFontSz" fact="0.300000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type="rect" r:blip="">
              <dgm:adjLst/>
            </dgm:shape>
            <dgm:presOf axis="des" ptType="node"/>
            <dgm:constrLst>
              <dgm:constr type="tMarg" refType="primFontSz" fact="0.100000"/>
              <dgm:constr type="bMarg" refType="primFontSz" fact="0.100000"/>
              <dgm:constr type="lMarg" refType="w" fact="0.090000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 val="norm"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0000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r:blip="">
          <dgm:adjLst/>
        </dgm:shape>
        <dgm:presOf/>
        <dgm:constrLst>
          <dgm:constr type="w" for="ch" forName="parentText" refType="w" fact="0.360000"/>
          <dgm:constr type="w" for="ch" forName="descendantText" refType="w" fact="0.640000"/>
          <dgm:constr type="h" for="ch" forName="parentText" refType="h"/>
          <dgm:constr type="h" for="ch" forName="descendantText" refType="h" refFor="ch" refForName="parentText" fact="0.800000"/>
        </dgm:constrLst>
        <dgm:ruleLst/>
        <dgm:layoutNode name="parentText">
          <dgm:varLst>
            <dgm:chMax val="1"/>
            <dgm:bulletEnabled val="1"/>
          </dgm:varLst>
          <dgm:alg type="tx"/>
          <dgm:shape type="roundRect" r:blip="" zOrderOff="3">
            <dgm:adjLst/>
          </dgm:shape>
          <dgm:presOf axis="self" ptType="node"/>
          <dgm:constrLst>
            <dgm:constr type="tMarg" refType="primFontSz" fact="0.150000"/>
            <dgm:constr type="bMarg" refType="primFontSz" fact="0.150000"/>
            <dgm:constr type="lMarg" refType="primFontSz" fact="0.300000"/>
            <dgm:constr type="rMarg" refType="primFontSz" fact="0.300000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rot="90.000000" type="round2SameRect" r:blip="">
                    <dgm:adjLst/>
                  </dgm:shape>
                </dgm:if>
                <dgm:else name="Name12">
                  <dgm:shape rot="-90.00000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00000"/>
                <dgm:constr type="rMarg" refType="secFontSz" fact="0.300000"/>
                <dgm:constr type="tMarg" refType="secFontSz" fact="0.150000"/>
                <dgm:constr type="bMarg" refType="secFontSz" fact="0.150000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 val="norm"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0000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r:blip="">
          <dgm:adjLst/>
        </dgm:shape>
        <dgm:presOf/>
        <dgm:constrLst>
          <dgm:constr type="w" for="ch" forName="parentText" refType="w" fact="0.360000"/>
          <dgm:constr type="w" for="ch" forName="descendantText" refType="w" fact="0.640000"/>
          <dgm:constr type="h" for="ch" forName="parentText" refType="h"/>
          <dgm:constr type="h" for="ch" forName="descendantText" refType="h" refFor="ch" refForName="parentText" fact="0.800000"/>
        </dgm:constrLst>
        <dgm:ruleLst/>
        <dgm:layoutNode name="parentText">
          <dgm:varLst>
            <dgm:chMax val="1"/>
            <dgm:bulletEnabled val="1"/>
          </dgm:varLst>
          <dgm:alg type="tx"/>
          <dgm:shape type="roundRect" r:blip="" zOrderOff="3">
            <dgm:adjLst/>
          </dgm:shape>
          <dgm:presOf axis="self" ptType="node"/>
          <dgm:constrLst>
            <dgm:constr type="tMarg" refType="primFontSz" fact="0.150000"/>
            <dgm:constr type="bMarg" refType="primFontSz" fact="0.150000"/>
            <dgm:constr type="lMarg" refType="primFontSz" fact="0.300000"/>
            <dgm:constr type="rMarg" refType="primFontSz" fact="0.300000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rot="90.000000" type="round2SameRect" r:blip="">
                    <dgm:adjLst/>
                  </dgm:shape>
                </dgm:if>
                <dgm:else name="Name12">
                  <dgm:shape rot="-90.00000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00000"/>
                <dgm:constr type="rMarg" refType="secFontSz" fact="0.300000"/>
                <dgm:constr type="tMarg" refType="secFontSz" fact="0.150000"/>
                <dgm:constr type="bMarg" refType="secFontSz" fact="0.150000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 val="norm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000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rot="-90.000000" type="flowChartManualOperation" r:blip="">
              <dgm:adjLst/>
            </dgm:shape>
          </dgm:if>
          <dgm:else name="Name6">
            <dgm:shape rot="90.00000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00000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 val="norm"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0000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00000"/>
              <dgm:constr type="w" for="des" forName="tx2" refType="w" fact="0.785000"/>
              <dgm:constr type="w" for="des" forName="horzSpace2" refType="w" fact="0.015000"/>
              <dgm:constr type="w" for="des" forName="thinLine2b" refType="w" fact="0.800000"/>
            </dgm:constrLst>
          </dgm:if>
          <dgm:if name="Name10" axis="root des" func="maxDepth" op="equ" val="3">
            <dgm:constrLst>
              <dgm:constr type="w" for="ch" forName="tx1" refType="w" fact="0.200000"/>
              <dgm:constr type="w" for="des" forName="tx2" refType="w" fact="0.385000"/>
              <dgm:constr type="w" for="des" forName="tx3" refType="w" fact="0.385000"/>
              <dgm:constr type="w" for="des" forName="horzSpace2" refType="w" fact="0.015000"/>
              <dgm:constr type="w" for="des" forName="horzSpace3" refType="w" fact="0.015000"/>
              <dgm:constr type="w" for="des" forName="thinLine2b" refType="w" fact="0.800000"/>
              <dgm:constr type="w" for="des" forName="thinLine3" refType="w" fact="0.385000"/>
            </dgm:constrLst>
          </dgm:if>
          <dgm:if name="Name11" axis="root des" func="maxDepth" op="gte" val="4">
            <dgm:constrLst>
              <dgm:constr type="w" for="ch" forName="tx1" refType="w" fact="0.200000"/>
              <dgm:constr type="w" for="des" forName="tx2" refType="w" fact="0.251600"/>
              <dgm:constr type="w" for="des" forName="tx3" refType="w" fact="0.251600"/>
              <dgm:constr type="w" for="des" forName="tx4" refType="w" fact="0.251600"/>
              <dgm:constr type="w" for="des" forName="horzSpace2" refType="w" fact="0.015000"/>
              <dgm:constr type="w" for="des" forName="horzSpace3" refType="w" fact="0.015000"/>
              <dgm:constr type="w" for="des" forName="horzSpace4" refType="w" fact="0.015000"/>
              <dgm:constr type="w" for="des" forName="thinLine2b" refType="w" fact="0.800000"/>
              <dgm:constr type="w" for="des" forName="thinLine3" refType="w" fact="0.533200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type="rect" r:blip="">
            <dgm:adjLst/>
          </dgm:shape>
          <dgm:presOf axis="self"/>
          <dgm:constrLst>
            <dgm:constr type="tMarg" refType="primFontSz" fact="0.300000"/>
            <dgm:constr type="bMarg" refType="primFontSz" fact="0.300000"/>
            <dgm:constr type="lMarg" refType="primFontSz" fact="0.300000"/>
            <dgm:constr type="rMarg" refType="primFontSz" fact="0.300000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r:blip="">
                <dgm:adjLst/>
              </dgm:shape>
              <dgm:presOf/>
              <dgm:layoutNode name="horzSpace2">
                <dgm:alg type="sp"/>
                <dgm:shape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type="rect" r:blip="">
                  <dgm:adjLst/>
                </dgm:shape>
                <dgm:presOf axis="self"/>
                <dgm:constrLst>
                  <dgm:constr type="tMarg" refType="primFontSz" fact="0.300000"/>
                  <dgm:constr type="bMarg" refType="primFontSz" fact="0.300000"/>
                  <dgm:constr type="lMarg" refType="primFontSz" fact="0.300000"/>
                  <dgm:constr type="rMarg" refType="primFontSz" fact="0.300000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r:blip="">
                      <dgm:adjLst/>
                    </dgm:shape>
                    <dgm:presOf/>
                    <dgm:layoutNode name="horzSpace3">
                      <dgm:alg type="sp"/>
                      <dgm:shape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type="rect" r:blip="">
                        <dgm:adjLst/>
                      </dgm:shape>
                      <dgm:presOf axis="self"/>
                      <dgm:constrLst>
                        <dgm:constr type="tMarg" refType="primFontSz" fact="0.300000"/>
                        <dgm:constr type="bMarg" refType="primFontSz" fact="0.300000"/>
                        <dgm:constr type="lMarg" refType="primFontSz" fact="0.300000"/>
                        <dgm:constr type="rMarg" refType="primFontSz" fact="0.300000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00000"/>
                              <dgm:constr type="bMarg" refType="primFontSz" fact="0.300000"/>
                              <dgm:constr type="lMarg" refType="primFontSz" fact="0.300000"/>
                              <dgm:constr type="rMarg" refType="primFontSz" fact="0.300000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type="line" r:blip="">
                <dgm:adjLst/>
              </dgm:shape>
              <dgm:presOf/>
            </dgm:layoutNode>
            <dgm:layoutNode name="vertSpace2b">
              <dgm:alg type="sp"/>
              <dgm:shape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0000"/>
      <dgm:constr type="w" for="ch" forName="childText" refType="w"/>
      <dgm:constr type="h" for="ch" forName="childText" refType="primFontSz" refFor="ch" refForName="parentText" fact="0.460000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0000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type="roundRect" r:blip="">
          <dgm:adjLst/>
        </dgm:shape>
        <dgm:presOf axis="self"/>
        <dgm:constrLst>
          <dgm:constr type="tMarg" refType="primFontSz" fact="0.300000"/>
          <dgm:constr type="bMarg" refType="primFontSz" fact="0.300000"/>
          <dgm:constr type="lMarg" refType="primFontSz" fact="0.300000"/>
          <dgm:constr type="rMarg" refType="primFontSz" fact="0.300000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type="rect" r:blip="">
              <dgm:adjLst/>
            </dgm:shape>
            <dgm:presOf axis="des" ptType="node"/>
            <dgm:constrLst>
              <dgm:constr type="tMarg" refType="primFontSz" fact="0.100000"/>
              <dgm:constr type="bMarg" refType="primFontSz" fact="0.100000"/>
              <dgm:constr type="lMarg" refType="w" fact="0.090000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0000"/>
      <dgm:constr type="w" for="ch" forName="childText" refType="w"/>
      <dgm:constr type="h" for="ch" forName="childText" refType="primFontSz" refFor="ch" refForName="parentText" fact="0.460000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0000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type="roundRect" r:blip="">
          <dgm:adjLst/>
        </dgm:shape>
        <dgm:presOf axis="self"/>
        <dgm:constrLst>
          <dgm:constr type="tMarg" refType="primFontSz" fact="0.300000"/>
          <dgm:constr type="bMarg" refType="primFontSz" fact="0.300000"/>
          <dgm:constr type="lMarg" refType="primFontSz" fact="0.300000"/>
          <dgm:constr type="rMarg" refType="primFontSz" fact="0.300000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type="rect" r:blip="">
              <dgm:adjLst/>
            </dgm:shape>
            <dgm:presOf axis="des" ptType="node"/>
            <dgm:constrLst>
              <dgm:constr type="tMarg" refType="primFontSz" fact="0.100000"/>
              <dgm:constr type="bMarg" refType="primFontSz" fact="0.100000"/>
              <dgm:constr type="lMarg" refType="w" fact="0.090000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2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3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2">
        <a:srgbClr val="000000"/>
      </a:effectRef>
      <a:fontRef idx="minor"/>
    </dgm:style>
  </dgm:styleLbl>
  <dgm:styleLbl name="alignImgPlac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2">
        <a:srgbClr val="000000"/>
      </a:effectRef>
      <a:fontRef idx="minor"/>
    </dgm:style>
  </dgm:styleLbl>
  <dgm:styleLbl name="bgImgPlac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2">
        <a:srgbClr val="000000"/>
      </a:effectRef>
      <a:fontRef idx="minor"/>
    </dgm:style>
  </dgm:styleLbl>
  <dgm:styleLbl name="sibTrans2D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2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2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2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conFgAcc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alignAcc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trAlignAcc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bgAcc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solidFgAcc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solidAlignAcc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solidBgAcc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fgAccFollow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alignAccFollow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bgAccFollowNode1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fgAcc0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fgAcc2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fgAcc3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fgAcc4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2">
        <a:srgbClr val="000000"/>
      </a:effectRef>
      <a:fontRef idx="minor"/>
    </dgm:style>
  </dgm:styleLbl>
  <dgm:styleLbl name="bgShp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3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2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fla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3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2">
        <a:srgbClr val="00000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-9144" y="6053328"/>
            <a:ext cx="2249424" cy="713232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2359152" y="6044184"/>
            <a:ext cx="6784848" cy="713232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 bwMode="auto">
          <a:xfrm>
            <a:off x="2362199" y="4038600"/>
            <a:ext cx="6477000" cy="1828800"/>
          </a:xfrm>
        </p:spPr>
        <p:txBody>
          <a:bodyPr anchor="b"/>
          <a:lstStyle>
            <a:lvl1pPr>
              <a:defRPr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 bwMode="auto">
          <a:xfrm>
            <a:off x="2362199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>
            <a:off x="2085393" y="236538"/>
            <a:ext cx="5867399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12648" y="228600"/>
            <a:ext cx="8153399" cy="990600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 bwMode="auto">
          <a:xfrm>
            <a:off x="612648" y="1600200"/>
            <a:ext cx="8153399" cy="449580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" name="Прямоугольник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0" y="1600200"/>
            <a:ext cx="1295400" cy="9906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371600" y="1600200"/>
            <a:ext cx="7772400" cy="990600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1"/>
          </p:nvPr>
        </p:nvSpPr>
        <p:spPr bwMode="auto">
          <a:xfrm>
            <a:off x="0" y="1752599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  <p:sp>
        <p:nvSpPr>
          <p:cNvPr id="14" name="Нижний колонтитул 13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 bwMode="auto">
          <a:xfrm>
            <a:off x="609600" y="1589567"/>
            <a:ext cx="3886200" cy="457200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 bwMode="auto">
          <a:xfrm>
            <a:off x="4844901" y="1589567"/>
            <a:ext cx="3886200" cy="457200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5"/>
          </p:nvPr>
        </p:nvSpPr>
        <p:spPr bwMode="auto"/>
        <p:txBody>
          <a:bodyPr rtlCol="0"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6"/>
          </p:nvPr>
        </p:nvSpPr>
        <p:spPr bwMode="auto"/>
        <p:txBody>
          <a:bodyPr rtlCol="0"/>
          <a:lstStyle/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7"/>
          </p:nvPr>
        </p:nvSpPr>
        <p:spPr bwMode="auto"/>
        <p:txBody>
          <a:bodyPr rtlCol="0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33400" y="273050"/>
            <a:ext cx="8153399" cy="86995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 bwMode="auto">
          <a:xfrm>
            <a:off x="609600" y="2438400"/>
            <a:ext cx="3886200" cy="358140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 bwMode="auto">
          <a:xfrm>
            <a:off x="4800600" y="2438400"/>
            <a:ext cx="3886200" cy="358140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5"/>
          </p:nvPr>
        </p:nvSpPr>
        <p:spPr bwMode="auto"/>
        <p:txBody>
          <a:bodyPr rtlCol="0"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6"/>
          </p:nvPr>
        </p:nvSpPr>
        <p:spPr bwMode="auto"/>
        <p:txBody>
          <a:bodyPr rtlCol="0"/>
          <a:lstStyle/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  <p:sp>
        <p:nvSpPr>
          <p:cNvPr id="14" name="Нижний колонтитул 13"/>
          <p:cNvSpPr>
            <a:spLocks noGrp="1"/>
          </p:cNvSpPr>
          <p:nvPr>
            <p:ph type="ftr" sz="quarter" idx="17"/>
          </p:nvPr>
        </p:nvSpPr>
        <p:spPr bwMode="auto"/>
        <p:txBody>
          <a:bodyPr rtlCol="0"/>
          <a:lstStyle/>
          <a:p>
            <a:pPr>
              <a:defRPr/>
            </a:pPr>
            <a:endParaRPr lang="ru-RU"/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1"/>
          </p:nvPr>
        </p:nvSpPr>
        <p:spPr bwMode="auto">
          <a:xfrm>
            <a:off x="609600" y="1752599"/>
            <a:ext cx="3886200" cy="640080"/>
          </a:xfrm>
          <a:prstGeom prst="rect">
            <a:avLst/>
          </a:prstGeo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3"/>
          </p:nvPr>
        </p:nvSpPr>
        <p:spPr bwMode="auto">
          <a:xfrm>
            <a:off x="4800600" y="1752599"/>
            <a:ext cx="3886200" cy="640080"/>
          </a:xfrm>
          <a:prstGeom prst="rect">
            <a:avLst/>
          </a:prstGeo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 bwMode="auto">
          <a:xfrm>
            <a:off x="609600" y="1752599"/>
            <a:ext cx="1600200" cy="4343400"/>
          </a:xfrm>
          <a:prstGeom prst="rect">
            <a:avLst/>
          </a:prstGeo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 bwMode="auto">
          <a:xfrm>
            <a:off x="2362199" y="1752599"/>
            <a:ext cx="6400800" cy="441960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Рисунок с подписью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Прямоугольник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-9144" y="4663440"/>
            <a:ext cx="1463040" cy="713232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545336" y="4654296"/>
            <a:ext cx="7598664" cy="713232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Прямоугольник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 bwMode="auto"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1"/>
          </p:nvPr>
        </p:nvSpPr>
        <p:spPr bwMode="auto"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  <p:sp>
        <p:nvSpPr>
          <p:cNvPr id="14" name="Нижний колонтитул 13"/>
          <p:cNvSpPr>
            <a:spLocks noGrp="1"/>
          </p:cNvSpPr>
          <p:nvPr>
            <p:ph type="ftr" sz="quarter" idx="12"/>
          </p:nvPr>
        </p:nvSpPr>
        <p:spPr bwMode="auto"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1560576" y="0"/>
            <a:ext cx="7583424" cy="4568952"/>
          </a:xfrm>
          <a:prstGeom prst="rect">
            <a:avLst/>
          </a:prstGeo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Вертикальный заголовок и текст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553200" y="609600"/>
            <a:ext cx="2057400" cy="5516563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609600"/>
            <a:ext cx="5562600" cy="551656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399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 bwMode="auto">
          <a:xfrm>
            <a:off x="612648" y="1600200"/>
            <a:ext cx="8153399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 bwMode="auto"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B106E36-FD25-4E2D-B0AA-010F637433A0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0" y="1280160"/>
            <a:ext cx="533400" cy="228600"/>
          </a:xfrm>
          <a:prstGeom prst="rect">
            <a:avLst/>
          </a:prstGeom>
          <a:solidFill>
            <a:schemeClr val="accent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590549" y="1280160"/>
            <a:ext cx="8553450" cy="228600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 bwMode="auto"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25C68B6-61C2-468F-89AB-4B9F7531AA68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>
        <a:spcBef>
          <a:spcPts val="0"/>
        </a:spcBef>
        <a:buClr>
          <a:schemeClr val="accent1"/>
        </a:buClr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>
        <a:spcBef>
          <a:spcPts val="0"/>
        </a:spcBef>
        <a:buClr>
          <a:schemeClr val="accent2"/>
        </a:buClr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>
        <a:spcBef>
          <a:spcPts val="0"/>
        </a:spcBef>
        <a:buClr>
          <a:schemeClr val="accent3"/>
        </a:buClr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>
        <a:spcBef>
          <a:spcPts val="0"/>
        </a:spcBef>
        <a:buClr>
          <a:schemeClr val="accent4"/>
        </a:buClr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>
        <a:defRPr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 /><Relationship Id="rId3" Type="http://schemas.microsoft.com/office/2007/relationships/diagramDrawing" Target="../diagrams/drawing1.xml" /><Relationship Id="rId4" Type="http://schemas.openxmlformats.org/officeDocument/2006/relationships/diagramColors" Target="../diagrams/colors1.xml" /><Relationship Id="rId5" Type="http://schemas.openxmlformats.org/officeDocument/2006/relationships/diagramLayout" Target="../diagrams/layout1.xml" /><Relationship Id="rId6" Type="http://schemas.openxmlformats.org/officeDocument/2006/relationships/diagramQuickStyle" Target="../diagrams/quickStyle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 /><Relationship Id="rId3" Type="http://schemas.microsoft.com/office/2007/relationships/diagramDrawing" Target="../diagrams/drawing2.xml" /><Relationship Id="rId4" Type="http://schemas.openxmlformats.org/officeDocument/2006/relationships/diagramColors" Target="../diagrams/colors2.xml" /><Relationship Id="rId5" Type="http://schemas.openxmlformats.org/officeDocument/2006/relationships/diagramLayout" Target="../diagrams/layout2.xml" /><Relationship Id="rId6" Type="http://schemas.openxmlformats.org/officeDocument/2006/relationships/diagramQuickStyle" Target="../diagrams/quickStyle2.xml" /><Relationship Id="rId7" Type="http://schemas.openxmlformats.org/officeDocument/2006/relationships/diagramData" Target="../diagrams/data3.xml" /><Relationship Id="rId8" Type="http://schemas.microsoft.com/office/2007/relationships/diagramDrawing" Target="../diagrams/drawing3.xml" /><Relationship Id="rId9" Type="http://schemas.openxmlformats.org/officeDocument/2006/relationships/diagramColors" Target="../diagrams/colors3.xml" /><Relationship Id="rId10" Type="http://schemas.openxmlformats.org/officeDocument/2006/relationships/diagramLayout" Target="../diagrams/layout3.xml" /><Relationship Id="rId11" Type="http://schemas.openxmlformats.org/officeDocument/2006/relationships/diagramQuickStyle" Target="../diagrams/quickStyle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 /><Relationship Id="rId3" Type="http://schemas.microsoft.com/office/2007/relationships/diagramDrawing" Target="../diagrams/drawing4.xml" /><Relationship Id="rId4" Type="http://schemas.openxmlformats.org/officeDocument/2006/relationships/diagramColors" Target="../diagrams/colors4.xml" /><Relationship Id="rId5" Type="http://schemas.openxmlformats.org/officeDocument/2006/relationships/diagramLayout" Target="../diagrams/layout4.xml" /><Relationship Id="rId6" Type="http://schemas.openxmlformats.org/officeDocument/2006/relationships/diagramQuickStyle" Target="../diagrams/quickStyle4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 /><Relationship Id="rId3" Type="http://schemas.microsoft.com/office/2007/relationships/diagramDrawing" Target="../diagrams/drawing5.xml" /><Relationship Id="rId4" Type="http://schemas.openxmlformats.org/officeDocument/2006/relationships/diagramColors" Target="../diagrams/colors5.xml" /><Relationship Id="rId5" Type="http://schemas.openxmlformats.org/officeDocument/2006/relationships/diagramLayout" Target="../diagrams/layout5.xml" /><Relationship Id="rId6" Type="http://schemas.openxmlformats.org/officeDocument/2006/relationships/diagramQuickStyle" Target="../diagrams/quickStyle5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kansopt.ru/_files/kartinka3.jpg" TargetMode="External"/><Relationship Id="rId3" Type="http://schemas.openxmlformats.org/officeDocument/2006/relationships/image" Target="../media/image11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6.xml" /><Relationship Id="rId3" Type="http://schemas.microsoft.com/office/2007/relationships/diagramDrawing" Target="../diagrams/drawing6.xml" /><Relationship Id="rId4" Type="http://schemas.openxmlformats.org/officeDocument/2006/relationships/diagramColors" Target="../diagrams/colors6.xml" /><Relationship Id="rId5" Type="http://schemas.openxmlformats.org/officeDocument/2006/relationships/diagramLayout" Target="../diagrams/layout6.xml" /><Relationship Id="rId6" Type="http://schemas.openxmlformats.org/officeDocument/2006/relationships/diagramQuickStyle" Target="../diagrams/quickStyle6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7.xml" /><Relationship Id="rId3" Type="http://schemas.microsoft.com/office/2007/relationships/diagramDrawing" Target="../diagrams/drawing7.xml" /><Relationship Id="rId4" Type="http://schemas.openxmlformats.org/officeDocument/2006/relationships/diagramColors" Target="../diagrams/colors7.xml" /><Relationship Id="rId5" Type="http://schemas.openxmlformats.org/officeDocument/2006/relationships/diagramLayout" Target="../diagrams/layout7.xml" /><Relationship Id="rId6" Type="http://schemas.openxmlformats.org/officeDocument/2006/relationships/diagramQuickStyle" Target="../diagrams/quickStyle7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8.xml" /><Relationship Id="rId3" Type="http://schemas.microsoft.com/office/2007/relationships/diagramDrawing" Target="../diagrams/drawing8.xml" /><Relationship Id="rId4" Type="http://schemas.openxmlformats.org/officeDocument/2006/relationships/diagramColors" Target="../diagrams/colors8.xml" /><Relationship Id="rId5" Type="http://schemas.openxmlformats.org/officeDocument/2006/relationships/diagramLayout" Target="../diagrams/layout8.xml" /><Relationship Id="rId6" Type="http://schemas.openxmlformats.org/officeDocument/2006/relationships/diagramQuickStyle" Target="../diagrams/quickStyle8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9.xml" /><Relationship Id="rId3" Type="http://schemas.microsoft.com/office/2007/relationships/diagramDrawing" Target="../diagrams/drawing9.xml" /><Relationship Id="rId4" Type="http://schemas.openxmlformats.org/officeDocument/2006/relationships/diagramColors" Target="../diagrams/colors9.xml" /><Relationship Id="rId5" Type="http://schemas.openxmlformats.org/officeDocument/2006/relationships/diagramLayout" Target="../diagrams/layout9.xml" /><Relationship Id="rId6" Type="http://schemas.openxmlformats.org/officeDocument/2006/relationships/diagramQuickStyle" Target="../diagrams/quickStyle9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etaprom.ru/board_foto/1313995885foto1_big.jpg" TargetMode="External"/><Relationship Id="rId3" Type="http://schemas.openxmlformats.org/officeDocument/2006/relationships/image" Target="../media/image13.jp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0.xml" /><Relationship Id="rId3" Type="http://schemas.microsoft.com/office/2007/relationships/diagramDrawing" Target="../diagrams/drawing10.xml" /><Relationship Id="rId4" Type="http://schemas.openxmlformats.org/officeDocument/2006/relationships/diagramColors" Target="../diagrams/colors10.xml" /><Relationship Id="rId5" Type="http://schemas.openxmlformats.org/officeDocument/2006/relationships/diagramLayout" Target="../diagrams/layout10.xml" /><Relationship Id="rId6" Type="http://schemas.openxmlformats.org/officeDocument/2006/relationships/diagramQuickStyle" Target="../diagrams/quickStyle10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pcpress.info/wp-content/uploads/2009/02/informationworkersworkplace.jpg" TargetMode="External"/><Relationship Id="rId3" Type="http://schemas.openxmlformats.org/officeDocument/2006/relationships/image" Target="../media/image14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1.xml" /><Relationship Id="rId3" Type="http://schemas.microsoft.com/office/2007/relationships/diagramDrawing" Target="../diagrams/drawing11.xml" /><Relationship Id="rId4" Type="http://schemas.openxmlformats.org/officeDocument/2006/relationships/diagramColors" Target="../diagrams/colors11.xml" /><Relationship Id="rId5" Type="http://schemas.openxmlformats.org/officeDocument/2006/relationships/diagramLayout" Target="../diagrams/layout11.xml" /><Relationship Id="rId6" Type="http://schemas.openxmlformats.org/officeDocument/2006/relationships/diagramQuickStyle" Target="../diagrams/quickStyle11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2.xml" /><Relationship Id="rId3" Type="http://schemas.microsoft.com/office/2007/relationships/diagramDrawing" Target="../diagrams/drawing12.xml" /><Relationship Id="rId4" Type="http://schemas.openxmlformats.org/officeDocument/2006/relationships/diagramColors" Target="../diagrams/colors12.xml" /><Relationship Id="rId5" Type="http://schemas.openxmlformats.org/officeDocument/2006/relationships/diagramLayout" Target="../diagrams/layout12.xml" /><Relationship Id="rId6" Type="http://schemas.openxmlformats.org/officeDocument/2006/relationships/diagramQuickStyle" Target="../diagrams/quickStyle12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3.xml" /><Relationship Id="rId3" Type="http://schemas.microsoft.com/office/2007/relationships/diagramDrawing" Target="../diagrams/drawing13.xml" /><Relationship Id="rId4" Type="http://schemas.openxmlformats.org/officeDocument/2006/relationships/diagramColors" Target="../diagrams/colors13.xml" /><Relationship Id="rId5" Type="http://schemas.openxmlformats.org/officeDocument/2006/relationships/diagramLayout" Target="../diagrams/layout13.xml" /><Relationship Id="rId6" Type="http://schemas.openxmlformats.org/officeDocument/2006/relationships/diagramQuickStyle" Target="../diagrams/quickStyle13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4.xml" /><Relationship Id="rId3" Type="http://schemas.microsoft.com/office/2007/relationships/diagramDrawing" Target="../diagrams/drawing14.xml" /><Relationship Id="rId4" Type="http://schemas.openxmlformats.org/officeDocument/2006/relationships/diagramColors" Target="../diagrams/colors14.xml" /><Relationship Id="rId5" Type="http://schemas.openxmlformats.org/officeDocument/2006/relationships/diagramLayout" Target="../diagrams/layout14.xml" /><Relationship Id="rId6" Type="http://schemas.openxmlformats.org/officeDocument/2006/relationships/diagramQuickStyle" Target="../diagrams/quickStyle14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395536" y="1628800"/>
            <a:ext cx="8370512" cy="4467200"/>
          </a:xfrm>
        </p:spPr>
        <p:txBody>
          <a:bodyPr>
            <a:normAutofit/>
          </a:bodyPr>
          <a:lstStyle/>
          <a:p>
            <a:pPr marL="0" lvl="0" indent="0" algn="ctr">
              <a:buNone/>
              <a:defRPr/>
            </a:pPr>
            <a:r>
              <a:rPr lang="ru-RU" sz="5400">
                <a:latin typeface="Times New Roman"/>
                <a:cs typeface="Times New Roman"/>
              </a:rPr>
              <a:t>Трудовые ресурсы организации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26946" y="3356992"/>
            <a:ext cx="7907692" cy="33569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>
            <a:off x="467544" y="116632"/>
            <a:ext cx="8280919" cy="115212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sz="4000" b="1">
                <a:latin typeface="Times New Roman"/>
                <a:cs typeface="Times New Roman"/>
              </a:rPr>
              <a:t>Понятие трудовых ресурсов</a:t>
            </a:r>
            <a:br>
              <a:rPr lang="ru-RU" sz="4000" b="1">
                <a:latin typeface="Times New Roman"/>
                <a:cs typeface="Times New Roman"/>
              </a:rPr>
            </a:br>
            <a:r>
              <a:rPr lang="ru-RU" sz="3600" b="1">
                <a:latin typeface="Times New Roman"/>
                <a:cs typeface="Times New Roman"/>
              </a:rPr>
              <a:t>(с точки зрения национальной экономики) 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quarter" idx="1"/>
          </p:nvPr>
        </p:nvSpPr>
        <p:spPr bwMode="auto">
          <a:xfrm>
            <a:off x="129073" y="1525875"/>
            <a:ext cx="8583488" cy="311656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452438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ru-RU" sz="3000" b="1">
                <a:solidFill>
                  <a:schemeClr val="accent4">
                    <a:lumMod val="50000"/>
                  </a:schemeClr>
                </a:solidFill>
                <a:latin typeface="Times New Roman"/>
                <a:cs typeface="Times New Roman"/>
              </a:rPr>
              <a:t>Трудовые ресурсы (рабочая сила)</a:t>
            </a:r>
            <a:r>
              <a:rPr lang="ru-RU" sz="3000">
                <a:latin typeface="Times New Roman"/>
                <a:cs typeface="Times New Roman"/>
              </a:rPr>
              <a:t> – это трудоспособная часть всего населения страны, способная в силу интеллектуальных и психофизиологических характеристик заниматься производством материальных благ или услуг, то есть все занятые в экономике люди, а также те, кто не занят в ней, но способен трудиться.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987824" y="4677730"/>
            <a:ext cx="2922969" cy="20723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180" y="16974"/>
            <a:ext cx="9133260" cy="68410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sz="quarter" idx="1"/>
          </p:nvPr>
        </p:nvSpPr>
        <p:spPr bwMode="auto">
          <a:xfrm>
            <a:off x="323528" y="332656"/>
            <a:ext cx="8496944" cy="633670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452438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ru-RU" b="1">
                <a:solidFill>
                  <a:srgbClr val="C00000"/>
                </a:solidFill>
                <a:latin typeface="Times New Roman"/>
                <a:cs typeface="Times New Roman"/>
              </a:rPr>
              <a:t>Трудовые ресурсы организации </a:t>
            </a:r>
            <a:r>
              <a:rPr lang="ru-RU">
                <a:solidFill>
                  <a:schemeClr val="tx1"/>
                </a:solidFill>
                <a:latin typeface="Times New Roman"/>
                <a:cs typeface="Times New Roman"/>
              </a:rPr>
              <a:t>включают весь личный состав работающих в организации: работников списочного состава и работников не списочного состава (лиц, принятых на работу по совместительству; лиц, выполняющих работы по договорам гражданско-правового характера).</a:t>
            </a:r>
            <a:endParaRPr/>
          </a:p>
          <a:p>
            <a:pPr marL="0" indent="452438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ru-RU" b="1">
                <a:solidFill>
                  <a:srgbClr val="00B050"/>
                </a:solidFill>
                <a:latin typeface="Times New Roman"/>
                <a:cs typeface="Times New Roman"/>
              </a:rPr>
              <a:t>Персонал организации (кадры)</a:t>
            </a:r>
            <a:r>
              <a:rPr lang="ru-RU">
                <a:solidFill>
                  <a:schemeClr val="tx1"/>
                </a:solidFill>
                <a:latin typeface="Times New Roman"/>
                <a:cs typeface="Times New Roman"/>
              </a:rPr>
              <a:t> – это списочный (штатный) состав работников организации.</a:t>
            </a:r>
            <a:endParaRPr/>
          </a:p>
          <a:p>
            <a:pPr marL="0" indent="452438">
              <a:lnSpc>
                <a:spcPct val="95000"/>
              </a:lnSpc>
              <a:spcBef>
                <a:spcPts val="0"/>
              </a:spcBef>
              <a:buNone/>
              <a:defRPr/>
            </a:pPr>
            <a:r>
              <a:rPr lang="ru-RU" b="1">
                <a:solidFill>
                  <a:srgbClr val="0070C0"/>
                </a:solidFill>
                <a:latin typeface="Times New Roman"/>
                <a:cs typeface="Times New Roman"/>
              </a:rPr>
              <a:t>Кадровый потенциал организации</a:t>
            </a:r>
            <a:r>
              <a:rPr lang="ru-RU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ru-RU">
                <a:solidFill>
                  <a:schemeClr val="tx1"/>
                </a:solidFill>
                <a:latin typeface="Times New Roman"/>
                <a:cs typeface="Times New Roman"/>
              </a:rPr>
              <a:t>– это </a:t>
            </a:r>
            <a:r>
              <a:rPr lang="ru-RU">
                <a:latin typeface="Times New Roman"/>
                <a:cs typeface="Times New Roman"/>
              </a:rPr>
              <a:t>способность </a:t>
            </a:r>
            <a:r>
              <a:rPr lang="ru-RU">
                <a:latin typeface="Times New Roman"/>
                <a:cs typeface="Times New Roman"/>
              </a:rPr>
              <a:t>всех работников </a:t>
            </a:r>
            <a:r>
              <a:rPr lang="ru-RU">
                <a:latin typeface="Times New Roman"/>
                <a:cs typeface="Times New Roman"/>
              </a:rPr>
              <a:t>организации, </a:t>
            </a:r>
            <a:r>
              <a:rPr lang="ru-RU">
                <a:latin typeface="Times New Roman"/>
                <a:cs typeface="Times New Roman"/>
              </a:rPr>
              <a:t>объединенных в единый коллектив, качественно и в срок решать стоящие перед </a:t>
            </a:r>
            <a:r>
              <a:rPr lang="ru-RU">
                <a:latin typeface="Times New Roman"/>
                <a:cs typeface="Times New Roman"/>
              </a:rPr>
              <a:t>ней </a:t>
            </a:r>
            <a:r>
              <a:rPr lang="ru-RU">
                <a:latin typeface="Times New Roman"/>
                <a:cs typeface="Times New Roman"/>
              </a:rPr>
              <a:t>научно-технические, производственные и социально-экономические задачи. </a:t>
            </a:r>
            <a:endParaRPr lang="ru-RU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ru-RU" sz="4000" b="1"/>
              <a:t>Персонал организации</a:t>
            </a:r>
            <a:endParaRPr lang="ru-RU" sz="4000" b="1"/>
          </a:p>
        </p:txBody>
      </p:sp>
      <p:sp>
        <p:nvSpPr>
          <p:cNvPr id="10" name="Содержимое 9"/>
          <p:cNvSpPr>
            <a:spLocks noGrp="1"/>
          </p:cNvSpPr>
          <p:nvPr>
            <p:ph sz="quarter" idx="2"/>
          </p:nvPr>
        </p:nvSpPr>
        <p:spPr bwMode="auto"/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 b="1"/>
              <a:t>кадры организации, непосредственно связанные с процессом производства продукции и его обслуживанием</a:t>
            </a:r>
            <a:endParaRPr/>
          </a:p>
          <a:p>
            <a:pPr>
              <a:defRPr/>
            </a:pPr>
            <a:r>
              <a:rPr lang="ru-RU"/>
              <a:t>работники основных, вспомогательных, подсобных и обслуживающих цехов; научно-исследовательских, конструкторских организаций и лабораторий, находящихся на балансе организации и т.д.</a:t>
            </a:r>
            <a:endParaRPr lang="ru-RU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4"/>
          </p:nvPr>
        </p:nvSpPr>
        <p:spPr bwMode="auto"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ru-RU" b="1"/>
              <a:t>работники, которые непосредственно не связаны с производством и его обслуживанием</a:t>
            </a:r>
            <a:endParaRPr/>
          </a:p>
          <a:p>
            <a:pPr>
              <a:defRPr/>
            </a:pPr>
            <a:r>
              <a:rPr lang="ru-RU"/>
              <a:t>работники, занятые в жилищном, коммунальном и подсобном хозяйствах, здравпунктах, профилакториях, учебных заведениях и т.д. 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"/>
          </p:nvPr>
        </p:nvSpPr>
        <p:spPr bwMode="auto"/>
        <p:txBody>
          <a:bodyPr>
            <a:normAutofit fontScale="92500" lnSpcReduction="10000"/>
          </a:bodyPr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</a:rPr>
              <a:t>Промышленно-производственный персонал (ППП)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</a:rPr>
              <a:t>Непромышленный персонал</a:t>
            </a:r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 algn="ctr">
              <a:defRPr/>
            </a:pPr>
            <a:r>
              <a:rPr lang="ru-RU" sz="3600" b="1"/>
              <a:t>Промышленно-производственный персонал</a:t>
            </a:r>
            <a:endParaRPr lang="ru-RU" sz="3600" b="1"/>
          </a:p>
        </p:txBody>
      </p:sp>
      <p:graphicFrame>
        <p:nvGraphicFramePr>
          <p:cNvPr id="8" name="Содержимое 7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612775" y="1600200"/>
          <a:ext cx="8153399" cy="4997152"/>
          <a:chOff x="0" y="0"/>
          <a:chExt cx="8153399" cy="499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119675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3600" b="1">
                <a:solidFill>
                  <a:schemeClr val="accent2"/>
                </a:solidFill>
              </a:rPr>
              <a:t>Классификация руководителей организации</a:t>
            </a:r>
            <a:endParaRPr lang="ru-RU" sz="3600" b="1">
              <a:solidFill>
                <a:schemeClr val="accent2"/>
              </a:solidFill>
            </a:endParaRPr>
          </a:p>
        </p:txBody>
      </p:sp>
      <p:graphicFrame>
        <p:nvGraphicFramePr>
          <p:cNvPr id="6" name="Схема 5"/>
          <p:cNvGraphicFramePr>
            <a:graphicFrameLocks xmlns:a="http://schemas.openxmlformats.org/drawingml/2006/main"/>
          </p:cNvGraphicFramePr>
          <p:nvPr/>
        </p:nvGraphicFramePr>
        <p:xfrm>
          <a:off x="179512" y="1556792"/>
          <a:ext cx="8640960" cy="2016224"/>
          <a:chOff x="0" y="0"/>
          <a:chExt cx="8640960" cy="2016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graphicFrame>
        <p:nvGraphicFramePr>
          <p:cNvPr id="8" name="Схема 7"/>
          <p:cNvGraphicFramePr>
            <a:graphicFrameLocks xmlns:a="http://schemas.openxmlformats.org/drawingml/2006/main"/>
          </p:cNvGraphicFramePr>
          <p:nvPr/>
        </p:nvGraphicFramePr>
        <p:xfrm>
          <a:off x="323528" y="3789040"/>
          <a:ext cx="8496944" cy="2736304"/>
          <a:chOff x="0" y="0"/>
          <a:chExt cx="8496944" cy="273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10" r:qs="rId11" r:cs="rId9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119675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000" b="1">
                <a:solidFill>
                  <a:schemeClr val="accent1">
                    <a:lumMod val="75000"/>
                  </a:schemeClr>
                </a:solidFill>
              </a:rPr>
              <a:t>Классификация рабочих организации</a:t>
            </a:r>
            <a:endParaRPr lang="ru-RU" sz="4000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8" name="Схема 7"/>
          <p:cNvGraphicFramePr>
            <a:graphicFrameLocks xmlns:a="http://schemas.openxmlformats.org/drawingml/2006/main"/>
          </p:cNvGraphicFramePr>
          <p:nvPr/>
        </p:nvGraphicFramePr>
        <p:xfrm>
          <a:off x="323528" y="1772816"/>
          <a:ext cx="8496944" cy="4464496"/>
          <a:chOff x="0" y="0"/>
          <a:chExt cx="8496944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 algn="ctr">
              <a:defRPr/>
            </a:pPr>
            <a:r>
              <a:rPr lang="ru-RU" sz="3600" b="1"/>
              <a:t>Профессионально - квалификационная структура кадров</a:t>
            </a:r>
            <a:r>
              <a:rPr lang="ru-RU" sz="3600"/>
              <a:t> </a:t>
            </a:r>
            <a:endParaRPr lang="ru-RU" sz="3600"/>
          </a:p>
        </p:txBody>
      </p:sp>
      <p:graphicFrame>
        <p:nvGraphicFramePr>
          <p:cNvPr id="4" name="Содержимое 3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179512" y="1340768"/>
          <a:ext cx="8784976" cy="5184576"/>
          <a:chOff x="0" y="0"/>
          <a:chExt cx="8784976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612648" y="260648"/>
            <a:ext cx="7991800" cy="958552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800" b="1">
                <a:solidFill>
                  <a:schemeClr val="tx1"/>
                </a:solidFill>
                <a:latin typeface="Times New Roman"/>
                <a:cs typeface="Times New Roman"/>
              </a:rPr>
              <a:t>Профессиональный </a:t>
            </a:r>
            <a:r>
              <a:rPr lang="ru-RU" sz="3800" b="1">
                <a:solidFill>
                  <a:schemeClr val="tx1"/>
                </a:solidFill>
                <a:latin typeface="Times New Roman"/>
                <a:cs typeface="Times New Roman"/>
              </a:rPr>
              <a:t>стандарт – это</a:t>
            </a:r>
            <a:endParaRPr lang="ru-RU" sz="38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" name="Содержимое 7"/>
          <p:cNvSpPr txBox="1"/>
          <p:nvPr/>
        </p:nvSpPr>
        <p:spPr bwMode="auto">
          <a:xfrm>
            <a:off x="467544" y="2924944"/>
            <a:ext cx="8183880" cy="3744416"/>
          </a:xfrm>
          <a:prstGeom prst="rect">
            <a:avLst/>
          </a:prstGeom>
        </p:spPr>
        <p:txBody>
          <a:bodyPr vert="horz" lIns="182880" tIns="91440">
            <a:noAutofit/>
          </a:bodyPr>
          <a:lstStyle/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Педагог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Специалист по социальной работе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Социальный работник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Руководитель организации социального обслуживания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Руководитель учреждения медико-социальной экспертизы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Специалист по медико-социальной экспертизе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Специалист органа опеки и попечительства в отношении несовершеннолетних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Специалист по реабилитационной работе в социальной сфере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Психолог в социальной сфере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Специалист по работе с семьей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Программист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Слесарь-сборщик изделий точной механики (гироскопы, акселерометры) в ракетно-космической промышленности</a:t>
            </a:r>
            <a:endParaRPr/>
          </a:p>
          <a:p>
            <a:pPr>
              <a:lnSpc>
                <a:spcPts val="2000"/>
              </a:lnSpc>
              <a:buFont typeface="Wingdings"/>
              <a:buChar char="ü"/>
              <a:defRPr/>
            </a:pPr>
            <a:r>
              <a:rPr lang="ru-RU">
                <a:latin typeface="Times New Roman"/>
                <a:cs typeface="Times New Roman"/>
              </a:rPr>
              <a:t>Специалист по </a:t>
            </a:r>
            <a:r>
              <a:rPr lang="ru-RU">
                <a:latin typeface="Times New Roman"/>
                <a:cs typeface="Times New Roman"/>
              </a:rPr>
              <a:t>патентоведению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quarter" idx="1"/>
          </p:nvPr>
        </p:nvSpPr>
        <p:spPr bwMode="auto">
          <a:xfrm>
            <a:off x="612648" y="1600200"/>
            <a:ext cx="8153399" cy="118072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lvl="0" indent="0">
              <a:buNone/>
              <a:defRPr/>
            </a:pPr>
            <a:r>
              <a:rPr lang="ru-RU" sz="3200">
                <a:latin typeface="Times New Roman"/>
                <a:cs typeface="Times New Roman"/>
              </a:rPr>
              <a:t>характеристика квалификации, необходимой работнику для осуществления определенного вида профессиональной деятельности</a:t>
            </a:r>
            <a:endParaRPr lang="ru-RU" sz="40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sz="4800" b="1"/>
              <a:t>Структура персонала (кадров)</a:t>
            </a:r>
            <a:endParaRPr lang="ru-RU" sz="4800" b="1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612648" y="1600200"/>
            <a:ext cx="8153399" cy="470912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/>
              <a:t>характеризуется соотношением различных категорий работников в их общей численности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где </a:t>
            </a:r>
            <a:r>
              <a:rPr lang="ru-RU"/>
              <a:t>dPi</a:t>
            </a:r>
            <a:r>
              <a:rPr lang="ru-RU"/>
              <a:t> – удельный вес каждой категории работников, </a:t>
            </a:r>
            <a:endParaRPr/>
          </a:p>
          <a:p>
            <a:pPr>
              <a:defRPr/>
            </a:pPr>
            <a:r>
              <a:rPr lang="ru-RU"/>
              <a:t>Pi</a:t>
            </a:r>
            <a:r>
              <a:rPr lang="ru-RU"/>
              <a:t> – среднесписочная численность работников </a:t>
            </a:r>
            <a:r>
              <a:rPr lang="ru-RU"/>
              <a:t>i</a:t>
            </a:r>
            <a:r>
              <a:rPr lang="ru-RU"/>
              <a:t> – той категории, чел.,</a:t>
            </a:r>
            <a:endParaRPr/>
          </a:p>
          <a:p>
            <a:pPr>
              <a:defRPr/>
            </a:pPr>
            <a:r>
              <a:rPr lang="ru-RU"/>
              <a:t>P – общая среднесписочная численность персонала, чел.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771800" y="2636911"/>
            <a:ext cx="3096344" cy="1214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 b="1"/>
              <a:t>На структуру персонала </a:t>
            </a:r>
            <a:r>
              <a:rPr lang="ru-RU" sz="3600"/>
              <a:t>влияют следующие факторы:</a:t>
            </a:r>
            <a:endParaRPr lang="ru-RU" sz="360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ru-RU"/>
              <a:t>уровень механизации и автоматизации производства,</a:t>
            </a:r>
            <a:endParaRPr/>
          </a:p>
          <a:p>
            <a:pPr>
              <a:defRPr/>
            </a:pPr>
            <a:r>
              <a:rPr lang="ru-RU"/>
              <a:t>тип производства;</a:t>
            </a:r>
            <a:endParaRPr/>
          </a:p>
          <a:p>
            <a:pPr>
              <a:defRPr/>
            </a:pPr>
            <a:r>
              <a:rPr lang="ru-RU"/>
              <a:t>размеры организации;</a:t>
            </a:r>
            <a:endParaRPr/>
          </a:p>
          <a:p>
            <a:pPr>
              <a:defRPr/>
            </a:pPr>
            <a:r>
              <a:rPr lang="ru-RU"/>
              <a:t>организационно - правовая форма хозяйствования;</a:t>
            </a:r>
            <a:endParaRPr/>
          </a:p>
          <a:p>
            <a:pPr>
              <a:defRPr/>
            </a:pPr>
            <a:r>
              <a:rPr lang="ru-RU"/>
              <a:t>сложность и </a:t>
            </a:r>
            <a:r>
              <a:rPr lang="ru-RU"/>
              <a:t>наукоемкость</a:t>
            </a:r>
            <a:r>
              <a:rPr lang="ru-RU"/>
              <a:t> выпускаемой продукции;</a:t>
            </a:r>
            <a:endParaRPr/>
          </a:p>
          <a:p>
            <a:pPr>
              <a:defRPr/>
            </a:pPr>
            <a:r>
              <a:rPr lang="ru-RU"/>
              <a:t>отраслевая принадлежность организации и др.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3600" b="1">
                <a:solidFill>
                  <a:schemeClr val="accent2"/>
                </a:solidFill>
              </a:rPr>
              <a:t>Кадровая политика организации </a:t>
            </a:r>
            <a:r>
              <a:rPr lang="ru-RU" sz="3600">
                <a:solidFill>
                  <a:schemeClr val="accent2"/>
                </a:solidFill>
              </a:rPr>
              <a:t>включает в себя:</a:t>
            </a:r>
            <a:endParaRPr lang="ru-RU" sz="3600">
              <a:solidFill>
                <a:schemeClr val="accent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/>
        <p:txBody>
          <a:bodyPr>
            <a:normAutofit fontScale="92500"/>
          </a:bodyPr>
          <a:lstStyle/>
          <a:p>
            <a:pPr>
              <a:defRPr/>
            </a:pPr>
            <a:r>
              <a:rPr lang="ru-RU"/>
              <a:t>отбор и продвижение кадров;</a:t>
            </a:r>
            <a:endParaRPr/>
          </a:p>
          <a:p>
            <a:pPr>
              <a:defRPr/>
            </a:pPr>
            <a:r>
              <a:rPr lang="ru-RU"/>
              <a:t>подготовку кадров и их непрерывное обучение;</a:t>
            </a:r>
            <a:endParaRPr/>
          </a:p>
          <a:p>
            <a:pPr>
              <a:defRPr/>
            </a:pPr>
            <a:r>
              <a:rPr lang="ru-RU"/>
              <a:t>найм</a:t>
            </a:r>
            <a:r>
              <a:rPr lang="ru-RU"/>
              <a:t> работников в условиях неполной занятости;</a:t>
            </a:r>
            <a:endParaRPr/>
          </a:p>
          <a:p>
            <a:pPr>
              <a:defRPr/>
            </a:pPr>
            <a:r>
              <a:rPr lang="ru-RU"/>
              <a:t>расстановку работников в соответствии со сложившейся системой производства;</a:t>
            </a:r>
            <a:endParaRPr/>
          </a:p>
          <a:p>
            <a:pPr>
              <a:defRPr/>
            </a:pPr>
            <a:r>
              <a:rPr lang="ru-RU"/>
              <a:t>стимулирование труда;</a:t>
            </a:r>
            <a:endParaRPr/>
          </a:p>
          <a:p>
            <a:pPr>
              <a:defRPr/>
            </a:pPr>
            <a:r>
              <a:rPr lang="ru-RU"/>
              <a:t>совершенствование организации труда;</a:t>
            </a:r>
            <a:endParaRPr/>
          </a:p>
          <a:p>
            <a:pPr>
              <a:defRPr/>
            </a:pPr>
            <a:r>
              <a:rPr lang="ru-RU"/>
              <a:t>создание благоприятных условий труда для работников организации и др.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95536" y="116632"/>
            <a:ext cx="8352928" cy="108012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300" b="1">
                <a:latin typeface="Times New Roman"/>
                <a:cs typeface="Times New Roman"/>
              </a:rPr>
              <a:t>Количественная характеристика персонала организации:</a:t>
            </a:r>
            <a:endParaRPr lang="ru-RU" sz="4300" b="1">
              <a:latin typeface="Times New Roman"/>
              <a:cs typeface="Times New Roman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251520" y="1600200"/>
            <a:ext cx="8514528" cy="3052936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4300" b="1">
                <a:latin typeface="Times New Roman"/>
                <a:cs typeface="Times New Roman"/>
              </a:rPr>
              <a:t>Списочная численность; </a:t>
            </a:r>
            <a:endParaRPr/>
          </a:p>
          <a:p>
            <a:pPr algn="ctr">
              <a:defRPr/>
            </a:pPr>
            <a:r>
              <a:rPr lang="ru-RU" sz="4300" b="1">
                <a:latin typeface="Times New Roman"/>
                <a:cs typeface="Times New Roman"/>
              </a:rPr>
              <a:t>Явочная численность; </a:t>
            </a:r>
            <a:endParaRPr/>
          </a:p>
          <a:p>
            <a:pPr algn="ctr">
              <a:defRPr/>
            </a:pPr>
            <a:r>
              <a:rPr lang="ru-RU" sz="4300" b="1">
                <a:latin typeface="Times New Roman"/>
                <a:cs typeface="Times New Roman"/>
              </a:rPr>
              <a:t>Среднесписочная численность работников</a:t>
            </a:r>
            <a:endParaRPr lang="ru-RU" sz="4300">
              <a:latin typeface="Times New Roman"/>
              <a:cs typeface="Times New Roman"/>
            </a:endParaRPr>
          </a:p>
          <a:p>
            <a:pPr algn="ctr">
              <a:defRPr/>
            </a:pPr>
            <a:endParaRPr lang="ru-RU" sz="4400"/>
          </a:p>
        </p:txBody>
      </p:sp>
      <p:pic>
        <p:nvPicPr>
          <p:cNvPr id="5122" name="Picture 2" descr="Картинка 1 из 141143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 l="0" t="8765" r="0" b="7966"/>
          <a:stretch/>
        </p:blipFill>
        <p:spPr bwMode="auto">
          <a:xfrm>
            <a:off x="0" y="4653136"/>
            <a:ext cx="9144000" cy="220486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 bwMode="auto">
          <a:xfrm>
            <a:off x="539552" y="1556792"/>
            <a:ext cx="8136904" cy="1296144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ru-RU" sz="2200" b="1"/>
              <a:t>численность работников списочного состава на определенное число или дату с учетом принятых и выбывших за этот день работников</a:t>
            </a:r>
            <a:endParaRPr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 bwMode="auto">
          <a:xfrm>
            <a:off x="612648" y="228600"/>
            <a:ext cx="8153399" cy="99060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ru-RU" sz="4800" b="1">
                <a:solidFill>
                  <a:schemeClr val="accent2"/>
                </a:solidFill>
              </a:rPr>
              <a:t>Списочная численность</a:t>
            </a:r>
            <a:endParaRPr lang="ru-RU" sz="4800">
              <a:solidFill>
                <a:schemeClr val="accent2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 bwMode="auto">
          <a:xfrm>
            <a:off x="1331640" y="2924944"/>
            <a:ext cx="6660232" cy="2860358"/>
          </a:xfrm>
          <a:prstGeom prst="roundRect">
            <a:avLst>
              <a:gd name="adj" fmla="val 16667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buFont typeface="Wingdings"/>
              <a:buChar char="Ø"/>
              <a:defRPr/>
            </a:pPr>
            <a:r>
              <a:rPr lang="ru-RU"/>
              <a:t> фактически работающие;</a:t>
            </a:r>
            <a:endParaRPr/>
          </a:p>
          <a:p>
            <a:pPr lvl="0">
              <a:buFont typeface="Wingdings"/>
              <a:buChar char="Ø"/>
              <a:defRPr/>
            </a:pPr>
            <a:r>
              <a:rPr lang="ru-RU"/>
              <a:t>находящиеся в простое и отсутствующие по каким- либо причинам (служебные командировки, ежегодные дополнительные отпуска);</a:t>
            </a:r>
            <a:endParaRPr/>
          </a:p>
          <a:p>
            <a:pPr lvl="0">
              <a:buFont typeface="Wingdings"/>
              <a:buChar char="Ø"/>
              <a:defRPr/>
            </a:pPr>
            <a:r>
              <a:rPr lang="ru-RU"/>
              <a:t>не явившиеся по болезни;</a:t>
            </a:r>
            <a:endParaRPr/>
          </a:p>
          <a:p>
            <a:pPr lvl="0">
              <a:buFont typeface="Wingdings"/>
              <a:buChar char="Ø"/>
              <a:defRPr/>
            </a:pPr>
            <a:r>
              <a:rPr lang="ru-RU"/>
              <a:t>находящиеся в декретном отпуске;</a:t>
            </a:r>
            <a:endParaRPr/>
          </a:p>
          <a:p>
            <a:pPr lvl="0">
              <a:buFont typeface="Wingdings"/>
              <a:buChar char="Ø"/>
              <a:defRPr/>
            </a:pPr>
            <a:r>
              <a:rPr lang="ru-RU"/>
              <a:t>находящиеся в неоплачиваемом дополнительном отпуске по уходу за ребенком;</a:t>
            </a:r>
            <a:endParaRPr/>
          </a:p>
          <a:p>
            <a:pPr lvl="0">
              <a:buFont typeface="Wingdings"/>
              <a:buChar char="Ø"/>
              <a:defRPr/>
            </a:pPr>
            <a:r>
              <a:rPr lang="ru-RU"/>
              <a:t>работающие неполный рабочий день или неделю и др.</a:t>
            </a:r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 bwMode="auto">
          <a:xfrm>
            <a:off x="683568" y="5877272"/>
            <a:ext cx="7920880" cy="792087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ru-RU" sz="2800" b="1">
                <a:latin typeface="Times New Roman"/>
                <a:cs typeface="Times New Roman"/>
              </a:rPr>
              <a:t>! </a:t>
            </a:r>
            <a:r>
              <a:rPr lang="ru-RU" sz="2000" b="1"/>
              <a:t>Показатель списочного состава работников определяется ежедневно по данным табельного учета</a:t>
            </a:r>
            <a:endParaRPr lang="ru-RU" sz="2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4800" b="1">
                <a:solidFill>
                  <a:schemeClr val="accent2"/>
                </a:solidFill>
              </a:rPr>
              <a:t>Явочная численность </a:t>
            </a:r>
            <a:endParaRPr lang="ru-RU" sz="4800">
              <a:solidFill>
                <a:schemeClr val="accent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612648" y="1600200"/>
            <a:ext cx="8153399" cy="1396752"/>
          </a:xfrm>
        </p:spPr>
        <p:txBody>
          <a:bodyPr/>
          <a:lstStyle/>
          <a:p>
            <a:pPr>
              <a:defRPr/>
            </a:pPr>
            <a:r>
              <a:rPr lang="ru-RU" sz="3200"/>
              <a:t>количество работников списочного состава, явившихся на работу 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 bwMode="auto">
          <a:xfrm>
            <a:off x="467544" y="3284984"/>
            <a:ext cx="8424936" cy="3168351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3200">
                <a:latin typeface="Times New Roman"/>
                <a:cs typeface="Times New Roman"/>
              </a:rPr>
              <a:t>Списочный состав </a:t>
            </a:r>
            <a:r>
              <a:rPr lang="ru-RU" sz="3600">
                <a:latin typeface="Times New Roman"/>
                <a:cs typeface="Times New Roman"/>
              </a:rPr>
              <a:t>–</a:t>
            </a:r>
            <a:r>
              <a:rPr lang="ru-RU" sz="3200">
                <a:latin typeface="Times New Roman"/>
                <a:cs typeface="Times New Roman"/>
              </a:rPr>
              <a:t> Явочный состав</a:t>
            </a:r>
            <a:endParaRPr/>
          </a:p>
          <a:p>
            <a:pPr algn="ctr">
              <a:defRPr/>
            </a:pPr>
            <a:r>
              <a:rPr lang="ru-RU" sz="6000">
                <a:latin typeface="Times New Roman"/>
                <a:cs typeface="Times New Roman"/>
              </a:rPr>
              <a:t>=</a:t>
            </a:r>
            <a:endParaRPr/>
          </a:p>
          <a:p>
            <a:pPr algn="ctr">
              <a:defRPr/>
            </a:pPr>
            <a:r>
              <a:rPr lang="ru-RU" sz="3200">
                <a:latin typeface="Times New Roman"/>
                <a:cs typeface="Times New Roman"/>
              </a:rPr>
              <a:t>Количество целодневных простоев </a:t>
            </a:r>
            <a:endParaRPr/>
          </a:p>
          <a:p>
            <a:pPr algn="ctr">
              <a:defRPr/>
            </a:pPr>
            <a:r>
              <a:rPr lang="ru-RU" sz="3200">
                <a:latin typeface="Times New Roman"/>
                <a:cs typeface="Times New Roman"/>
              </a:rPr>
              <a:t>(отпуска, болезни, командировки и т.д.)</a:t>
            </a:r>
            <a:endParaRPr lang="ru-RU"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9512" y="228600"/>
            <a:ext cx="8784976" cy="96815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4800" b="1">
                <a:solidFill>
                  <a:schemeClr val="accent2"/>
                </a:solidFill>
                <a:latin typeface="Times New Roman"/>
                <a:cs typeface="Times New Roman"/>
              </a:rPr>
              <a:t>Среднесписочная численность</a:t>
            </a:r>
            <a:endParaRPr lang="ru-RU" sz="48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4" name="Схема 3"/>
          <p:cNvGraphicFramePr>
            <a:graphicFrameLocks xmlns:a="http://schemas.openxmlformats.org/drawingml/2006/main"/>
          </p:cNvGraphicFramePr>
          <p:nvPr/>
        </p:nvGraphicFramePr>
        <p:xfrm>
          <a:off x="323528" y="1556792"/>
          <a:ext cx="8568952" cy="4968552"/>
          <a:chOff x="0" y="0"/>
          <a:chExt cx="8568952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95536" y="228600"/>
            <a:ext cx="8568952" cy="824136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b="1">
                <a:solidFill>
                  <a:schemeClr val="accent2"/>
                </a:solidFill>
              </a:rPr>
              <a:t>Показатели динамики персонала</a:t>
            </a:r>
            <a:endParaRPr lang="ru-RU" b="1">
              <a:solidFill>
                <a:schemeClr val="accent2"/>
              </a:solidFill>
            </a:endParaRPr>
          </a:p>
        </p:txBody>
      </p:sp>
      <p:graphicFrame>
        <p:nvGraphicFramePr>
          <p:cNvPr id="5" name="Содержимое 4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251520" y="1556792"/>
          <a:ext cx="8712968" cy="5184576"/>
          <a:chOff x="0" y="0"/>
          <a:chExt cx="8712968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95536" y="228600"/>
            <a:ext cx="8568952" cy="824136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b="1">
                <a:solidFill>
                  <a:schemeClr val="accent2"/>
                </a:solidFill>
              </a:rPr>
              <a:t>Показатели динамики персонала</a:t>
            </a:r>
            <a:endParaRPr lang="ru-RU" b="1">
              <a:solidFill>
                <a:schemeClr val="accent2"/>
              </a:solidFill>
            </a:endParaRPr>
          </a:p>
        </p:txBody>
      </p:sp>
      <p:graphicFrame>
        <p:nvGraphicFramePr>
          <p:cNvPr id="5" name="Содержимое 4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251520" y="1556792"/>
          <a:ext cx="8712968" cy="5184576"/>
          <a:chOff x="0" y="0"/>
          <a:chExt cx="8712968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058" name="Picture 2" descr="http://pics.rbc.ru/img/cnews/2007/04/17/erg1.jp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79512" y="1988840"/>
            <a:ext cx="4032448" cy="4104456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9512" y="228600"/>
            <a:ext cx="8712968" cy="99060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5400" b="1">
                <a:solidFill>
                  <a:schemeClr val="accent2"/>
                </a:solidFill>
              </a:rPr>
              <a:t>Организация труда</a:t>
            </a:r>
            <a:endParaRPr lang="ru-RU" sz="5400" b="1">
              <a:solidFill>
                <a:schemeClr val="accent2"/>
              </a:solidFill>
            </a:endParaRPr>
          </a:p>
        </p:txBody>
      </p:sp>
      <p:sp>
        <p:nvSpPr>
          <p:cNvPr id="4" name="Скругленный прямоугольник 3"/>
          <p:cNvSpPr/>
          <p:nvPr/>
        </p:nvSpPr>
        <p:spPr bwMode="auto">
          <a:xfrm>
            <a:off x="4716016" y="1700808"/>
            <a:ext cx="4104456" cy="4968552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700"/>
              </a:lnSpc>
              <a:defRPr/>
            </a:pPr>
            <a:r>
              <a:rPr lang="ru-RU" sz="2800"/>
              <a:t>совокупность мер, направленных на рациональное соединение труда работников со средствами производства в целях достижения высокой производительности труда и сохранения здоровья и работоспособности членов коллектива</a:t>
            </a: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251520" y="1628800"/>
          <a:ext cx="8712968" cy="5112568"/>
          <a:chOff x="0" y="0"/>
          <a:chExt cx="8712968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612648" y="228600"/>
            <a:ext cx="8153399" cy="990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4000" b="1">
                <a:solidFill>
                  <a:schemeClr val="accent2"/>
                </a:solidFill>
              </a:rPr>
              <a:t>Направления организации труда</a:t>
            </a:r>
            <a:r>
              <a:rPr lang="ru-RU" sz="4000">
                <a:solidFill>
                  <a:schemeClr val="accent2"/>
                </a:solidFill>
              </a:rPr>
              <a:t>:</a:t>
            </a:r>
            <a:endParaRPr lang="ru-RU" sz="400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130" name="Picture 2" descr="Картинка 36 из 132072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813670" y="1556793"/>
            <a:ext cx="3270497" cy="2448271"/>
          </a:xfrm>
          <a:prstGeom prst="roundRect">
            <a:avLst>
              <a:gd name="adj" fmla="val 16667"/>
            </a:avLst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9512" y="228600"/>
            <a:ext cx="8712968" cy="99060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5400" b="1">
                <a:solidFill>
                  <a:schemeClr val="accent2"/>
                </a:solidFill>
              </a:rPr>
              <a:t>Нормирование труда – </a:t>
            </a:r>
            <a:endParaRPr lang="ru-RU" sz="5400" b="1">
              <a:solidFill>
                <a:schemeClr val="accent2"/>
              </a:solidFill>
            </a:endParaRPr>
          </a:p>
        </p:txBody>
      </p:sp>
      <p:sp>
        <p:nvSpPr>
          <p:cNvPr id="4" name="Скругленный прямоугольник 3"/>
          <p:cNvSpPr/>
          <p:nvPr/>
        </p:nvSpPr>
        <p:spPr bwMode="auto">
          <a:xfrm>
            <a:off x="251520" y="4077072"/>
            <a:ext cx="8568952" cy="2592288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700"/>
              </a:lnSpc>
              <a:defRPr/>
            </a:pPr>
            <a:r>
              <a:rPr lang="ru-RU" sz="3200">
                <a:solidFill>
                  <a:schemeClr val="tx1"/>
                </a:solidFill>
              </a:rPr>
              <a:t>это установление меры затрат труда в виде норм труда на выполнение определенных операций (изготовление единиц продукции) или выполнение определенного объема работ в наиболее рациональных организационно-технических условиях</a:t>
            </a:r>
            <a:endParaRPr lang="ru-RU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 b="1"/>
              <a:t>Нормирование труда</a:t>
            </a:r>
            <a:r>
              <a:rPr lang="ru-RU"/>
              <a:t> обеспечивает: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395536" y="1600200"/>
            <a:ext cx="8370512" cy="4781128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/>
              <a:t>определение плановой трудоемкости изготовления отдельных изделий;</a:t>
            </a:r>
            <a:endParaRPr lang="ru-RU" b="1"/>
          </a:p>
          <a:p>
            <a:pPr lvl="0">
              <a:defRPr/>
            </a:pPr>
            <a:r>
              <a:rPr lang="ru-RU"/>
              <a:t>расчет необходимой численности работников; </a:t>
            </a:r>
            <a:endParaRPr lang="ru-RU" b="1"/>
          </a:p>
          <a:p>
            <a:pPr lvl="0">
              <a:defRPr/>
            </a:pPr>
            <a:r>
              <a:rPr lang="ru-RU"/>
              <a:t>оценку результатов труда;</a:t>
            </a:r>
            <a:endParaRPr lang="ru-RU" b="1"/>
          </a:p>
          <a:p>
            <a:pPr lvl="0">
              <a:defRPr/>
            </a:pPr>
            <a:r>
              <a:rPr lang="ru-RU"/>
              <a:t>оценку эффективности от внедрения новой техники;</a:t>
            </a:r>
            <a:endParaRPr lang="ru-RU" b="1"/>
          </a:p>
          <a:p>
            <a:pPr lvl="0">
              <a:defRPr/>
            </a:pPr>
            <a:r>
              <a:rPr lang="ru-RU"/>
              <a:t>обоснование плана повышения производительности труда;</a:t>
            </a:r>
            <a:endParaRPr lang="ru-RU" b="1"/>
          </a:p>
          <a:p>
            <a:pPr lvl="0">
              <a:defRPr/>
            </a:pPr>
            <a:r>
              <a:rPr lang="ru-RU"/>
              <a:t>расчет производственных программ;</a:t>
            </a:r>
            <a:endParaRPr lang="ru-RU" b="1"/>
          </a:p>
          <a:p>
            <a:pPr lvl="0">
              <a:defRPr/>
            </a:pPr>
            <a:r>
              <a:rPr lang="ru-RU"/>
              <a:t>определение количества необходимого оборудования</a:t>
            </a:r>
            <a:endParaRPr lang="ru-RU" b="1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" name="Содержимое 3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251520" y="1628800"/>
          <a:ext cx="8712968" cy="5112568"/>
          <a:chOff x="0" y="0"/>
          <a:chExt cx="8712968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612648" y="260648"/>
            <a:ext cx="7847784" cy="72008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5400" b="1">
                <a:solidFill>
                  <a:schemeClr val="accent2"/>
                </a:solidFill>
                <a:latin typeface="Times New Roman"/>
                <a:cs typeface="Times New Roman"/>
              </a:rPr>
              <a:t>Виды норм</a:t>
            </a:r>
            <a:endParaRPr lang="ru-RU" sz="54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ru-RU" sz="5400" b="1">
                <a:latin typeface="Times New Roman"/>
                <a:cs typeface="Times New Roman"/>
              </a:rPr>
              <a:t>Норма времени</a:t>
            </a:r>
            <a:endParaRPr lang="ru-RU" sz="5400">
              <a:latin typeface="Times New Roman"/>
              <a:cs typeface="Times New Roman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612648" y="1600200"/>
            <a:ext cx="8153399" cy="4997152"/>
          </a:xfrm>
        </p:spPr>
        <p:txBody>
          <a:bodyPr>
            <a:normAutofit fontScale="62500" lnSpcReduction="20000"/>
          </a:bodyPr>
          <a:lstStyle/>
          <a:p>
            <a:pPr algn="ctr">
              <a:defRPr/>
            </a:pPr>
            <a:endParaRPr lang="ru-RU" sz="5200"/>
          </a:p>
          <a:p>
            <a:pPr marL="0" indent="0" algn="ctr">
              <a:buNone/>
              <a:defRPr/>
            </a:pPr>
            <a:r>
              <a:rPr lang="en-US" sz="5800" b="1" cap="all">
                <a:latin typeface="Times New Roman"/>
                <a:cs typeface="Times New Roman"/>
              </a:rPr>
              <a:t>t</a:t>
            </a:r>
            <a:r>
              <a:rPr lang="ru-RU" sz="5800" b="1" cap="all" baseline="-25000">
                <a:latin typeface="Times New Roman"/>
                <a:cs typeface="Times New Roman"/>
              </a:rPr>
              <a:t>н</a:t>
            </a:r>
            <a:r>
              <a:rPr lang="ru-RU" sz="5800" b="1" cap="all">
                <a:latin typeface="Times New Roman"/>
                <a:cs typeface="Times New Roman"/>
              </a:rPr>
              <a:t> = </a:t>
            </a:r>
            <a:r>
              <a:rPr lang="en-US" sz="5800" b="1" cap="all">
                <a:latin typeface="Times New Roman"/>
                <a:cs typeface="Times New Roman"/>
              </a:rPr>
              <a:t>t</a:t>
            </a:r>
            <a:r>
              <a:rPr lang="ru-RU" sz="5800" b="1" cap="all" baseline="-25000">
                <a:latin typeface="Times New Roman"/>
                <a:cs typeface="Times New Roman"/>
              </a:rPr>
              <a:t>о </a:t>
            </a:r>
            <a:r>
              <a:rPr lang="ru-RU" sz="5800" b="1" cap="all">
                <a:latin typeface="Times New Roman"/>
                <a:cs typeface="Times New Roman"/>
              </a:rPr>
              <a:t>+ </a:t>
            </a:r>
            <a:r>
              <a:rPr lang="en-US" sz="5800" b="1" cap="all">
                <a:latin typeface="Times New Roman"/>
                <a:cs typeface="Times New Roman"/>
              </a:rPr>
              <a:t>t</a:t>
            </a:r>
            <a:r>
              <a:rPr lang="ru-RU" sz="5800" b="1" cap="all" baseline="-25000">
                <a:latin typeface="Times New Roman"/>
                <a:cs typeface="Times New Roman"/>
              </a:rPr>
              <a:t>в</a:t>
            </a:r>
            <a:r>
              <a:rPr lang="ru-RU" sz="5800" b="1" cap="all">
                <a:latin typeface="Times New Roman"/>
                <a:cs typeface="Times New Roman"/>
              </a:rPr>
              <a:t> + </a:t>
            </a:r>
            <a:r>
              <a:rPr lang="en-US" sz="5800" b="1" cap="all">
                <a:latin typeface="Times New Roman"/>
                <a:cs typeface="Times New Roman"/>
              </a:rPr>
              <a:t>t</a:t>
            </a:r>
            <a:r>
              <a:rPr lang="ru-RU" sz="5800" b="1" cap="all" baseline="-25000">
                <a:latin typeface="Times New Roman"/>
                <a:cs typeface="Times New Roman"/>
              </a:rPr>
              <a:t>об</a:t>
            </a:r>
            <a:r>
              <a:rPr lang="ru-RU" sz="5800" b="1" cap="all">
                <a:latin typeface="Times New Roman"/>
                <a:cs typeface="Times New Roman"/>
              </a:rPr>
              <a:t> + </a:t>
            </a:r>
            <a:r>
              <a:rPr lang="en-US" sz="5800" b="1" cap="all">
                <a:latin typeface="Times New Roman"/>
                <a:cs typeface="Times New Roman"/>
              </a:rPr>
              <a:t>t</a:t>
            </a:r>
            <a:r>
              <a:rPr lang="ru-RU" sz="5800" b="1" cap="all" baseline="-25000">
                <a:latin typeface="Times New Roman"/>
                <a:cs typeface="Times New Roman"/>
              </a:rPr>
              <a:t>п-з</a:t>
            </a:r>
            <a:r>
              <a:rPr lang="ru-RU" sz="5800" b="1" cap="all">
                <a:latin typeface="Times New Roman"/>
                <a:cs typeface="Times New Roman"/>
              </a:rPr>
              <a:t> + </a:t>
            </a:r>
            <a:r>
              <a:rPr lang="en-US" sz="5800" b="1" cap="all">
                <a:latin typeface="Times New Roman"/>
                <a:cs typeface="Times New Roman"/>
              </a:rPr>
              <a:t>t</a:t>
            </a:r>
            <a:r>
              <a:rPr lang="ru-RU" sz="5800" b="1" cap="all" baseline="-25000">
                <a:latin typeface="Times New Roman"/>
                <a:cs typeface="Times New Roman"/>
              </a:rPr>
              <a:t>отд</a:t>
            </a:r>
            <a:r>
              <a:rPr lang="ru-RU" sz="5800" b="1" cap="all">
                <a:latin typeface="Times New Roman"/>
                <a:cs typeface="Times New Roman"/>
              </a:rPr>
              <a:t> + </a:t>
            </a:r>
            <a:r>
              <a:rPr lang="en-US" sz="5800" b="1" cap="all">
                <a:latin typeface="Times New Roman"/>
                <a:cs typeface="Times New Roman"/>
              </a:rPr>
              <a:t>t</a:t>
            </a:r>
            <a:r>
              <a:rPr lang="ru-RU" sz="5800" b="1" cap="all" baseline="-25000">
                <a:latin typeface="Times New Roman"/>
                <a:cs typeface="Times New Roman"/>
              </a:rPr>
              <a:t>п.т</a:t>
            </a:r>
            <a:endParaRPr lang="ru-RU" sz="5800" b="1" cap="all">
              <a:latin typeface="Times New Roman"/>
              <a:cs typeface="Times New Roman"/>
            </a:endParaRPr>
          </a:p>
          <a:p>
            <a:pPr>
              <a:defRPr/>
            </a:pP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ru-RU" sz="4300">
                <a:latin typeface="Times New Roman"/>
                <a:cs typeface="Times New Roman"/>
              </a:rPr>
              <a:t>где: </a:t>
            </a:r>
            <a:r>
              <a:rPr lang="en-US" sz="4300" cap="all">
                <a:latin typeface="Times New Roman"/>
                <a:cs typeface="Times New Roman"/>
              </a:rPr>
              <a:t>t</a:t>
            </a:r>
            <a:r>
              <a:rPr lang="ru-RU" sz="4300" baseline="-25000">
                <a:latin typeface="Times New Roman"/>
                <a:cs typeface="Times New Roman"/>
              </a:rPr>
              <a:t>н</a:t>
            </a:r>
            <a:r>
              <a:rPr lang="ru-RU" sz="4300">
                <a:latin typeface="Times New Roman"/>
                <a:cs typeface="Times New Roman"/>
              </a:rPr>
              <a:t> – норма времени;</a:t>
            </a:r>
            <a:endParaRPr/>
          </a:p>
          <a:p>
            <a:pPr marL="0" indent="0">
              <a:buNone/>
              <a:defRPr/>
            </a:pPr>
            <a:r>
              <a:rPr lang="en-US" sz="4300">
                <a:latin typeface="Times New Roman"/>
                <a:cs typeface="Times New Roman"/>
              </a:rPr>
              <a:t>T</a:t>
            </a:r>
            <a:r>
              <a:rPr lang="ru-RU" sz="4300" baseline="-25000">
                <a:latin typeface="Times New Roman"/>
                <a:cs typeface="Times New Roman"/>
              </a:rPr>
              <a:t>о </a:t>
            </a:r>
            <a:r>
              <a:rPr lang="ru-RU" sz="4300">
                <a:latin typeface="Times New Roman"/>
                <a:cs typeface="Times New Roman"/>
              </a:rPr>
              <a:t>– основное время;</a:t>
            </a:r>
            <a:endParaRPr/>
          </a:p>
          <a:p>
            <a:pPr marL="0" indent="0">
              <a:buNone/>
              <a:defRPr/>
            </a:pPr>
            <a:r>
              <a:rPr lang="en-US" sz="4300">
                <a:latin typeface="Times New Roman"/>
                <a:cs typeface="Times New Roman"/>
              </a:rPr>
              <a:t>T</a:t>
            </a:r>
            <a:r>
              <a:rPr lang="ru-RU" sz="4300" baseline="-25000">
                <a:latin typeface="Times New Roman"/>
                <a:cs typeface="Times New Roman"/>
              </a:rPr>
              <a:t>В </a:t>
            </a:r>
            <a:r>
              <a:rPr lang="ru-RU" sz="4300">
                <a:latin typeface="Times New Roman"/>
                <a:cs typeface="Times New Roman"/>
              </a:rPr>
              <a:t>– вспомогательное время;</a:t>
            </a:r>
            <a:endParaRPr/>
          </a:p>
          <a:p>
            <a:pPr marL="0" indent="0">
              <a:buNone/>
              <a:defRPr/>
            </a:pPr>
            <a:r>
              <a:rPr lang="en-US" sz="4300">
                <a:latin typeface="Times New Roman"/>
                <a:cs typeface="Times New Roman"/>
              </a:rPr>
              <a:t>T</a:t>
            </a:r>
            <a:r>
              <a:rPr lang="ru-RU" sz="4300" baseline="-25000">
                <a:latin typeface="Times New Roman"/>
                <a:cs typeface="Times New Roman"/>
              </a:rPr>
              <a:t>ОБ </a:t>
            </a:r>
            <a:r>
              <a:rPr lang="ru-RU" sz="4300">
                <a:latin typeface="Times New Roman"/>
                <a:cs typeface="Times New Roman"/>
              </a:rPr>
              <a:t>– время обслуживания рабочего места;</a:t>
            </a:r>
            <a:endParaRPr/>
          </a:p>
          <a:p>
            <a:pPr marL="0" indent="0">
              <a:buNone/>
              <a:defRPr/>
            </a:pPr>
            <a:r>
              <a:rPr lang="en-US" sz="4300">
                <a:latin typeface="Times New Roman"/>
                <a:cs typeface="Times New Roman"/>
              </a:rPr>
              <a:t>T</a:t>
            </a:r>
            <a:r>
              <a:rPr lang="ru-RU" sz="4300" baseline="-25000">
                <a:latin typeface="Times New Roman"/>
                <a:cs typeface="Times New Roman"/>
              </a:rPr>
              <a:t>П-З </a:t>
            </a:r>
            <a:r>
              <a:rPr lang="ru-RU" sz="4300">
                <a:latin typeface="Times New Roman"/>
                <a:cs typeface="Times New Roman"/>
              </a:rPr>
              <a:t>– подготовительно-заключительное время;</a:t>
            </a:r>
            <a:endParaRPr/>
          </a:p>
          <a:p>
            <a:pPr marL="0" indent="0">
              <a:buNone/>
              <a:defRPr/>
            </a:pPr>
            <a:r>
              <a:rPr lang="en-US" sz="4300">
                <a:latin typeface="Times New Roman"/>
                <a:cs typeface="Times New Roman"/>
              </a:rPr>
              <a:t>T</a:t>
            </a:r>
            <a:r>
              <a:rPr lang="ru-RU" sz="4300" baseline="-25000">
                <a:latin typeface="Times New Roman"/>
                <a:cs typeface="Times New Roman"/>
              </a:rPr>
              <a:t>ОТД </a:t>
            </a:r>
            <a:r>
              <a:rPr lang="ru-RU" sz="4300">
                <a:latin typeface="Times New Roman"/>
                <a:cs typeface="Times New Roman"/>
              </a:rPr>
              <a:t>– время на отдых и личные надобности;</a:t>
            </a:r>
            <a:endParaRPr/>
          </a:p>
          <a:p>
            <a:pPr marL="0" indent="0">
              <a:buNone/>
              <a:defRPr/>
            </a:pPr>
            <a:r>
              <a:rPr lang="en-US" sz="4300">
                <a:latin typeface="Times New Roman"/>
                <a:cs typeface="Times New Roman"/>
              </a:rPr>
              <a:t>T</a:t>
            </a:r>
            <a:r>
              <a:rPr lang="ru-RU" sz="4300" baseline="-25000">
                <a:latin typeface="Times New Roman"/>
                <a:cs typeface="Times New Roman"/>
              </a:rPr>
              <a:t>П.Т </a:t>
            </a:r>
            <a:r>
              <a:rPr lang="ru-RU" sz="4300">
                <a:latin typeface="Times New Roman"/>
                <a:cs typeface="Times New Roman"/>
              </a:rPr>
              <a:t>– время перерывов, предусмотренных технологией и организацией производственного процесса.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12648" y="228600"/>
            <a:ext cx="7919792" cy="824136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6000" b="1">
                <a:latin typeface="Times New Roman"/>
                <a:cs typeface="Times New Roman"/>
              </a:rPr>
              <a:t>Норма выработки</a:t>
            </a:r>
            <a:endParaRPr lang="ru-RU" sz="6000">
              <a:latin typeface="Times New Roman"/>
              <a:cs typeface="Times New Roman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612648" y="1600200"/>
            <a:ext cx="8153399" cy="499715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ru-RU" sz="7100">
                <a:latin typeface="Times New Roman"/>
                <a:cs typeface="Times New Roman"/>
              </a:rPr>
              <a:t>Н</a:t>
            </a:r>
            <a:r>
              <a:rPr lang="ru-RU" sz="4800">
                <a:latin typeface="Times New Roman"/>
                <a:cs typeface="Times New Roman"/>
              </a:rPr>
              <a:t>выр</a:t>
            </a:r>
            <a:r>
              <a:rPr lang="ru-RU" sz="7100">
                <a:latin typeface="Times New Roman"/>
                <a:cs typeface="Times New Roman"/>
              </a:rPr>
              <a:t> = (Т × </a:t>
            </a:r>
            <a:r>
              <a:rPr lang="ru-RU" sz="7100">
                <a:latin typeface="Times New Roman"/>
                <a:cs typeface="Times New Roman"/>
              </a:rPr>
              <a:t>К</a:t>
            </a:r>
            <a:r>
              <a:rPr lang="ru-RU" sz="4800">
                <a:latin typeface="Times New Roman"/>
                <a:cs typeface="Times New Roman"/>
              </a:rPr>
              <a:t>р</a:t>
            </a:r>
            <a:r>
              <a:rPr lang="ru-RU" sz="7100">
                <a:latin typeface="Times New Roman"/>
                <a:cs typeface="Times New Roman"/>
              </a:rPr>
              <a:t>) : </a:t>
            </a:r>
            <a:r>
              <a:rPr lang="ru-RU" sz="7100">
                <a:latin typeface="Times New Roman"/>
                <a:cs typeface="Times New Roman"/>
              </a:rPr>
              <a:t>Н</a:t>
            </a:r>
            <a:r>
              <a:rPr lang="ru-RU" sz="4800">
                <a:latin typeface="Times New Roman"/>
                <a:cs typeface="Times New Roman"/>
              </a:rPr>
              <a:t>вр</a:t>
            </a:r>
            <a:endParaRPr lang="ru-RU" sz="4800">
              <a:latin typeface="Times New Roman"/>
              <a:cs typeface="Times New Roman"/>
            </a:endParaRPr>
          </a:p>
          <a:p>
            <a:pPr>
              <a:buNone/>
              <a:defRPr/>
            </a:pPr>
            <a:endParaRPr lang="ru-RU" sz="48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ru-RU" sz="4100">
                <a:latin typeface="Times New Roman"/>
                <a:cs typeface="Times New Roman"/>
              </a:rPr>
              <a:t>где: Т – продолжительность рабочего времени (час, смена);</a:t>
            </a:r>
            <a:endParaRPr/>
          </a:p>
          <a:p>
            <a:pPr marL="0" indent="0">
              <a:buNone/>
              <a:defRPr/>
            </a:pPr>
            <a:r>
              <a:rPr lang="ru-RU" sz="4100">
                <a:latin typeface="Times New Roman"/>
                <a:cs typeface="Times New Roman"/>
              </a:rPr>
              <a:t>Кр</a:t>
            </a:r>
            <a:r>
              <a:rPr lang="ru-RU" sz="4100">
                <a:latin typeface="Times New Roman"/>
                <a:cs typeface="Times New Roman"/>
              </a:rPr>
              <a:t> – количество работников, участвующих в выполнении работы;</a:t>
            </a:r>
            <a:endParaRPr/>
          </a:p>
          <a:p>
            <a:pPr marL="0" indent="0">
              <a:buNone/>
              <a:defRPr/>
            </a:pPr>
            <a:r>
              <a:rPr lang="ru-RU" sz="4100">
                <a:latin typeface="Times New Roman"/>
                <a:cs typeface="Times New Roman"/>
              </a:rPr>
              <a:t>Нвр</a:t>
            </a:r>
            <a:r>
              <a:rPr lang="ru-RU" sz="4100">
                <a:latin typeface="Times New Roman"/>
                <a:cs typeface="Times New Roman"/>
              </a:rPr>
              <a:t> – норма затрат времени на единицу продукции, работ, услуг.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" name="Picture 2" descr="Картинка 20 из 151156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627784" y="1556792"/>
            <a:ext cx="3864792" cy="2893156"/>
          </a:xfrm>
          <a:prstGeom prst="roundRect">
            <a:avLst>
              <a:gd name="adj" fmla="val 16667"/>
            </a:avLst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9512" y="228600"/>
            <a:ext cx="8712968" cy="99060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800" b="1">
                <a:solidFill>
                  <a:schemeClr val="accent2"/>
                </a:solidFill>
                <a:latin typeface="Times New Roman"/>
                <a:cs typeface="Times New Roman"/>
              </a:rPr>
              <a:t>Производительность труда – </a:t>
            </a:r>
            <a:endParaRPr lang="ru-RU" sz="4800" b="1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4" name="Скругленный прямоугольник 3"/>
          <p:cNvSpPr/>
          <p:nvPr/>
        </p:nvSpPr>
        <p:spPr bwMode="auto">
          <a:xfrm>
            <a:off x="395536" y="4509120"/>
            <a:ext cx="8568952" cy="2088232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3200" b="1">
                <a:solidFill>
                  <a:schemeClr val="tx1"/>
                </a:solidFill>
                <a:latin typeface="Times New Roman"/>
                <a:cs typeface="Times New Roman"/>
              </a:rPr>
              <a:t>это количество продукции, произведенной в единицу рабочего времени, или затраты труда на единицу произведенной продукции или выполненной работы</a:t>
            </a:r>
            <a:endParaRPr lang="ru-RU" sz="3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11560" y="116632"/>
            <a:ext cx="8136904" cy="108012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7200" b="1">
                <a:solidFill>
                  <a:schemeClr val="accent2"/>
                </a:solidFill>
                <a:latin typeface="Times New Roman"/>
                <a:cs typeface="Times New Roman"/>
              </a:rPr>
              <a:t>Выработка</a:t>
            </a:r>
            <a:endParaRPr lang="ru-RU" sz="72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611560" y="1600200"/>
            <a:ext cx="8208912" cy="514116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  <a:defRPr/>
            </a:pPr>
            <a:r>
              <a:rPr lang="ru-RU" sz="3000">
                <a:latin typeface="Times New Roman"/>
                <a:cs typeface="Times New Roman"/>
              </a:rPr>
              <a:t>Определяется отношением количества произведенной продукции в месяц, квартал, год (Q) к затратам рабочего времени на производство этой продукции (Т) или к среднесписочной численности работников либо рабочих (Ч): </a:t>
            </a:r>
            <a:endParaRPr/>
          </a:p>
          <a:p>
            <a:pPr marL="0" indent="0">
              <a:defRPr/>
            </a:pPr>
            <a:endParaRPr lang="ru-RU"/>
          </a:p>
          <a:p>
            <a:pPr marL="0" indent="0" algn="ctr">
              <a:buNone/>
              <a:defRPr/>
            </a:pPr>
            <a:r>
              <a:rPr lang="ru-RU" sz="6900" b="1">
                <a:latin typeface="Times New Roman"/>
                <a:cs typeface="Times New Roman"/>
              </a:rPr>
              <a:t>В = </a:t>
            </a:r>
            <a:r>
              <a:rPr lang="en-US" sz="6900" b="1">
                <a:latin typeface="Times New Roman"/>
                <a:cs typeface="Times New Roman"/>
              </a:rPr>
              <a:t>Q</a:t>
            </a:r>
            <a:r>
              <a:rPr lang="ru-RU" sz="6900" b="1">
                <a:latin typeface="Times New Roman"/>
                <a:cs typeface="Times New Roman"/>
              </a:rPr>
              <a:t>:</a:t>
            </a:r>
            <a:r>
              <a:rPr lang="ru-RU" sz="6900" b="1">
                <a:latin typeface="Times New Roman"/>
                <a:cs typeface="Times New Roman"/>
              </a:rPr>
              <a:t> </a:t>
            </a:r>
            <a:r>
              <a:rPr lang="en-US" sz="6900" b="1">
                <a:latin typeface="Times New Roman"/>
                <a:cs typeface="Times New Roman"/>
              </a:rPr>
              <a:t>T </a:t>
            </a:r>
            <a:r>
              <a:rPr lang="ru-RU" sz="5200">
                <a:latin typeface="Times New Roman"/>
                <a:cs typeface="Times New Roman"/>
              </a:rPr>
              <a:t>или</a:t>
            </a:r>
            <a:r>
              <a:rPr lang="ru-RU" sz="6900" b="1">
                <a:latin typeface="Times New Roman"/>
                <a:cs typeface="Times New Roman"/>
              </a:rPr>
              <a:t> В = </a:t>
            </a:r>
            <a:r>
              <a:rPr lang="en-US" sz="6900" b="1">
                <a:latin typeface="Times New Roman"/>
                <a:cs typeface="Times New Roman"/>
              </a:rPr>
              <a:t>Q</a:t>
            </a:r>
            <a:r>
              <a:rPr lang="ru-RU" sz="6900" b="1">
                <a:latin typeface="Times New Roman"/>
                <a:cs typeface="Times New Roman"/>
              </a:rPr>
              <a:t> : Ч </a:t>
            </a:r>
            <a:endParaRPr/>
          </a:p>
          <a:p>
            <a:pPr marL="0" indent="0">
              <a:defRPr/>
            </a:pPr>
            <a:endParaRPr lang="ru-RU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ru-RU">
                <a:latin typeface="Times New Roman"/>
                <a:cs typeface="Times New Roman"/>
              </a:rPr>
              <a:t>Соответственно рассчитывается выработка месячная, квартальная, годовая.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51520" y="116632"/>
            <a:ext cx="8640960" cy="936104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6600" b="1">
                <a:solidFill>
                  <a:schemeClr val="accent2"/>
                </a:solidFill>
                <a:latin typeface="Times New Roman"/>
                <a:cs typeface="Times New Roman"/>
              </a:rPr>
              <a:t>Трудоемкость – это</a:t>
            </a:r>
            <a:endParaRPr lang="ru-RU" sz="6600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612648" y="1600200"/>
            <a:ext cx="8153399" cy="499715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ru-RU">
                <a:latin typeface="Times New Roman"/>
                <a:cs typeface="Times New Roman"/>
              </a:rPr>
              <a:t>затраты рабочего времени на производство единицы продукции в натуральном выражении по всей номенклатуре выпускаемой продукции и услуг</a:t>
            </a:r>
            <a:endParaRPr/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ru-RU" sz="7700" b="1">
                <a:latin typeface="Times New Roman"/>
                <a:cs typeface="Times New Roman"/>
              </a:rPr>
              <a:t>Тр = </a:t>
            </a:r>
            <a:r>
              <a:rPr lang="en-US" sz="7700" b="1">
                <a:latin typeface="Times New Roman"/>
                <a:cs typeface="Times New Roman"/>
              </a:rPr>
              <a:t>T</a:t>
            </a:r>
            <a:r>
              <a:rPr lang="ru-RU" sz="7700" b="1">
                <a:latin typeface="Times New Roman"/>
                <a:cs typeface="Times New Roman"/>
              </a:rPr>
              <a:t>:</a:t>
            </a:r>
            <a:r>
              <a:rPr lang="en-US" sz="7700" b="1">
                <a:latin typeface="Times New Roman"/>
                <a:cs typeface="Times New Roman"/>
              </a:rPr>
              <a:t>Q</a:t>
            </a:r>
            <a:endParaRPr lang="ru-RU" sz="7700" b="1">
              <a:latin typeface="Times New Roman"/>
              <a:cs typeface="Times New Roman"/>
            </a:endParaRPr>
          </a:p>
          <a:p>
            <a:pPr marL="0" indent="0" algn="ctr">
              <a:spcBef>
                <a:spcPts val="0"/>
              </a:spcBef>
              <a:defRPr/>
            </a:pPr>
            <a:endParaRPr lang="ru-RU" sz="2600" b="1">
              <a:latin typeface="Times New Roman"/>
              <a:cs typeface="Times New Roman"/>
            </a:endParaRP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>
                <a:latin typeface="Times New Roman"/>
                <a:cs typeface="Times New Roman"/>
              </a:rPr>
              <a:t>где: Т – время, затраченное на производство всей продукции, нормо-час, человеко-час;</a:t>
            </a:r>
            <a:endParaRPr/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ru-RU">
                <a:latin typeface="Times New Roman"/>
                <a:cs typeface="Times New Roman"/>
              </a:rPr>
              <a:t>Q – объем произведенной продукции в натуральном выражении.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/>
              <a:t>Виды трудоемкости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0" y="1556792"/>
          <a:ext cx="9144000" cy="5301208"/>
          <a:chOff x="0" y="0"/>
          <a:chExt cx="9144000" cy="5301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/>
              <a:t>Виды трудоемкости</a:t>
            </a:r>
            <a:endParaRPr lang="ru-RU"/>
          </a:p>
        </p:txBody>
      </p:sp>
      <p:graphicFrame>
        <p:nvGraphicFramePr>
          <p:cNvPr id="4" name="Объект 3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0" y="1556792"/>
          <a:ext cx="9144000" cy="5301208"/>
          <a:chOff x="0" y="0"/>
          <a:chExt cx="9144000" cy="5301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12648" y="228600"/>
            <a:ext cx="7991800" cy="824136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6600" b="1">
                <a:solidFill>
                  <a:schemeClr val="accent2"/>
                </a:solidFill>
                <a:latin typeface="Times New Roman"/>
                <a:cs typeface="Times New Roman"/>
              </a:rPr>
              <a:t>Трудоемкость</a:t>
            </a:r>
            <a:endParaRPr lang="ru-RU" sz="6600" b="1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Содержимое 4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612775" y="1600200"/>
          <a:ext cx="8153399" cy="5069160"/>
          <a:chOff x="0" y="0"/>
          <a:chExt cx="8153399" cy="5069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39552" y="116632"/>
            <a:ext cx="8064896" cy="1080120"/>
          </a:xfrm>
        </p:spPr>
        <p:txBody>
          <a:bodyPr>
            <a:noAutofit/>
          </a:bodyPr>
          <a:lstStyle/>
          <a:p>
            <a:pPr algn="ctr">
              <a:lnSpc>
                <a:spcPct val="70000"/>
              </a:lnSpc>
              <a:defRPr/>
            </a:pPr>
            <a:r>
              <a:rPr lang="ru-RU" sz="4800" b="1">
                <a:solidFill>
                  <a:schemeClr val="accent2"/>
                </a:solidFill>
                <a:latin typeface="Times New Roman"/>
                <a:cs typeface="Times New Roman"/>
              </a:rPr>
              <a:t>Резервы роста производительности труда </a:t>
            </a:r>
            <a:endParaRPr lang="ru-RU" sz="4800" b="1">
              <a:solidFill>
                <a:schemeClr val="accent2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Содержимое 4"/>
          <p:cNvGraphicFramePr>
            <a:graphicFrameLocks xmlns:a="http://schemas.openxmlformats.org/drawingml/2006/main" noGrp="1"/>
          </p:cNvGraphicFramePr>
          <p:nvPr>
            <p:ph sz="quarter" idx="1"/>
          </p:nvPr>
        </p:nvGraphicFramePr>
        <p:xfrm>
          <a:off x="612775" y="1600200"/>
          <a:ext cx="8153399" cy="4997152"/>
          <a:chOff x="0" y="0"/>
          <a:chExt cx="8153399" cy="4997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39552" y="0"/>
            <a:ext cx="8496944" cy="126876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3300" b="1">
                <a:latin typeface="Times New Roman"/>
                <a:cs typeface="Times New Roman"/>
              </a:rPr>
              <a:t>Эффективное использование трудовых ресурсов в организации достигается при следующих условиях:</a:t>
            </a:r>
            <a:endParaRPr lang="ru-RU" sz="3300" b="1">
              <a:latin typeface="Times New Roman"/>
              <a:cs typeface="Times New Roman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 bwMode="auto">
          <a:xfrm>
            <a:off x="612648" y="1600200"/>
            <a:ext cx="8135816" cy="5069160"/>
          </a:xfrm>
        </p:spPr>
        <p:txBody>
          <a:bodyPr>
            <a:normAutofit/>
          </a:bodyPr>
          <a:lstStyle/>
          <a:p>
            <a:pPr marL="452438" lvl="0" indent="-452438">
              <a:defRPr/>
            </a:pPr>
            <a:r>
              <a:rPr lang="ru-RU" sz="3300">
                <a:latin typeface="Times New Roman"/>
                <a:cs typeface="Times New Roman"/>
              </a:rPr>
              <a:t>Темпы роста результатов хозяйственной деятельности – выручки, прибыли должны быть выше темпов роста расходов, связанных с использованием трудовых ресурсов.</a:t>
            </a:r>
            <a:endParaRPr/>
          </a:p>
          <a:p>
            <a:pPr marL="452438" lvl="0" indent="-452438">
              <a:defRPr/>
            </a:pPr>
            <a:r>
              <a:rPr lang="ru-RU" sz="3300">
                <a:latin typeface="Times New Roman"/>
                <a:cs typeface="Times New Roman"/>
              </a:rPr>
              <a:t>Темпы роста производительности труда должны соответствовать темпам средней заработной платы работников или опережать их.</a:t>
            </a:r>
            <a:endParaRPr/>
          </a:p>
          <a:p>
            <a:pPr>
              <a:defRPr/>
            </a:pPr>
            <a:endParaRPr lang="ru-RU" sz="3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2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бычная">
  <a:themeElements>
    <a:clrScheme name="Обычная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Обычная">
      <a:majorFont>
        <a:latin typeface="Tw Cen MT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Обычная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blipFill>
          <a:blip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algn="tl" flip="none" sx="100000" sy="100000" tx="0" ty="0"/>
        </a:blipFill>
        <a:blipFill>
          <a:blip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algn="tl" flip="none" sx="100000" sy="100000" tx="0" ty="0"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0</Words>
  <Application>R7-Office/2024.1.1.375</Application>
  <DocSecurity>0</DocSecurity>
  <PresentationFormat>Экран (4:3)</PresentationFormat>
  <Paragraphs>0</Paragraphs>
  <Slides>34</Slides>
  <Notes>34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Экономический потенциал предприятия</dc:title>
  <dc:subject/>
  <dc:creator>Лилия</dc:creator>
  <cp:keywords/>
  <dc:description/>
  <dc:identifier/>
  <dc:language/>
  <cp:lastModifiedBy>Anonymous</cp:lastModifiedBy>
  <cp:revision>373</cp:revision>
  <dcterms:created xsi:type="dcterms:W3CDTF">2012-10-28T11:38:37Z</dcterms:created>
  <dcterms:modified xsi:type="dcterms:W3CDTF">2025-11-29T05:28:11Z</dcterms:modified>
  <cp:category/>
  <cp:contentStatus/>
  <cp:version/>
</cp:coreProperties>
</file>